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329" r:id="rId2"/>
    <p:sldId id="356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58" r:id="rId13"/>
    <p:sldId id="342" r:id="rId14"/>
    <p:sldId id="370" r:id="rId15"/>
    <p:sldId id="371" r:id="rId16"/>
    <p:sldId id="372" r:id="rId17"/>
    <p:sldId id="369" r:id="rId18"/>
    <p:sldId id="374" r:id="rId19"/>
    <p:sldId id="375" r:id="rId20"/>
    <p:sldId id="373" r:id="rId21"/>
    <p:sldId id="377" r:id="rId22"/>
    <p:sldId id="378" r:id="rId23"/>
    <p:sldId id="379" r:id="rId24"/>
    <p:sldId id="380" r:id="rId25"/>
    <p:sldId id="381" r:id="rId26"/>
    <p:sldId id="376" r:id="rId27"/>
    <p:sldId id="359" r:id="rId28"/>
    <p:sldId id="367" r:id="rId29"/>
    <p:sldId id="383" r:id="rId30"/>
    <p:sldId id="384" r:id="rId31"/>
    <p:sldId id="385" r:id="rId32"/>
    <p:sldId id="382" r:id="rId33"/>
    <p:sldId id="360" r:id="rId34"/>
    <p:sldId id="387" r:id="rId35"/>
    <p:sldId id="388" r:id="rId36"/>
    <p:sldId id="389" r:id="rId37"/>
    <p:sldId id="390" r:id="rId38"/>
    <p:sldId id="357" r:id="rId39"/>
    <p:sldId id="348" r:id="rId40"/>
    <p:sldId id="392" r:id="rId41"/>
    <p:sldId id="393" r:id="rId42"/>
    <p:sldId id="394" r:id="rId43"/>
    <p:sldId id="396" r:id="rId44"/>
    <p:sldId id="395" r:id="rId45"/>
    <p:sldId id="397" r:id="rId46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FFCCFF"/>
    <a:srgbClr val="99FF66"/>
    <a:srgbClr val="CCFFFF"/>
    <a:srgbClr val="FFFF66"/>
    <a:srgbClr val="FFCC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7" autoAdjust="0"/>
    <p:restoredTop sz="99035" autoAdjust="0"/>
  </p:normalViewPr>
  <p:slideViewPr>
    <p:cSldViewPr>
      <p:cViewPr>
        <p:scale>
          <a:sx n="100" d="100"/>
          <a:sy n="100" d="100"/>
        </p:scale>
        <p:origin x="2208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C26C0FB0-DA1E-0C16-D3A9-53DF5F3DF3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9CDAF7-4544-2E86-8FAB-93DAF9DB4FD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fld id="{EDF4A936-D9CB-4504-9B8E-6BCA2F71C1B8}" type="datetimeFigureOut">
              <a:rPr lang="zh-TW" altLang="en-US"/>
              <a:pPr>
                <a:defRPr/>
              </a:pPr>
              <a:t>2026/6/8</a:t>
            </a:fld>
            <a:endParaRPr lang="zh-TW" altLang="en-US" dirty="0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81920464-C04C-F471-DF71-1996DB0A3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dirty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E5B80C01-4DBA-7F09-BD7F-F7ADFC500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dirty="0"/>
              <a:t>按一下以編輯母片文字樣式</a:t>
            </a:r>
          </a:p>
          <a:p>
            <a:pPr lvl="1"/>
            <a:r>
              <a:rPr lang="zh-TW" altLang="en-US" noProof="0" dirty="0"/>
              <a:t>第二層</a:t>
            </a:r>
          </a:p>
          <a:p>
            <a:pPr lvl="2"/>
            <a:r>
              <a:rPr lang="zh-TW" altLang="en-US" noProof="0" dirty="0"/>
              <a:t>第三層</a:t>
            </a:r>
          </a:p>
          <a:p>
            <a:pPr lvl="3"/>
            <a:r>
              <a:rPr lang="zh-TW" altLang="en-US" noProof="0" dirty="0"/>
              <a:t>第四層</a:t>
            </a:r>
          </a:p>
          <a:p>
            <a:pPr lvl="4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BC7F5F-A01C-23E1-CAD7-2320AD1DFC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D8B1A0-254E-B30B-1D12-16148AB78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7728579-19E3-473A-AF42-26330CB731E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2A8D9-661C-0173-33D3-AF805B5E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5EDD7-2AFB-2773-D620-DB2E2955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6D61E-5C7C-2CEA-3221-8F8AC2F7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C85A5-7D3D-4B27-9FD2-1926EBA389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7768046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95">
            <a:extLst>
              <a:ext uri="{FF2B5EF4-FFF2-40B4-BE49-F238E27FC236}">
                <a16:creationId xmlns:a16="http://schemas.microsoft.com/office/drawing/2014/main" id="{168B9FAF-251F-DB12-C65B-ED4E5CEA01E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endParaRPr lang="zh-TW" altLang="zh-TW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sz="5500" b="1" i="1">
                <a:solidFill>
                  <a:srgbClr val="0099CC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F41F1-023A-7FDF-72B8-233E1DE8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CFF77-C4AB-8F69-4517-E44807238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B13DE-99F4-644E-442E-B8772D7A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91D0A-9C28-4D44-A90D-4BD50C74D2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294525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24" y="1517405"/>
            <a:ext cx="8517276" cy="43513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8ACD-CAB8-E93B-F952-6F11F589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3E9EE-A56B-4A04-364B-03980633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67628-BAC7-BC05-C0A4-88ABA266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DA4CD-00C6-4614-B1CD-E5B7D1BB16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577599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內容版面配置區 3">
            <a:extLst>
              <a:ext uri="{FF2B5EF4-FFF2-40B4-BE49-F238E27FC236}">
                <a16:creationId xmlns:a16="http://schemas.microsoft.com/office/drawing/2014/main" id="{FC2DE921-6219-C2AC-3168-55A1731104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41"/>
          <a:stretch>
            <a:fillRect/>
          </a:stretch>
        </p:blipFill>
        <p:spPr bwMode="auto">
          <a:xfrm>
            <a:off x="-4763" y="0"/>
            <a:ext cx="193833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24" y="980728"/>
            <a:ext cx="8517276" cy="4888015"/>
          </a:xfrm>
        </p:spPr>
        <p:txBody>
          <a:bodyPr/>
          <a:lstStyle>
            <a:lvl1pPr marL="0" indent="0">
              <a:buNone/>
              <a:defRPr sz="28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1pPr>
            <a:lvl2pPr marL="457200" indent="0">
              <a:buNone/>
              <a:defRPr sz="24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2pPr>
            <a:lvl3pPr marL="914400" indent="0">
              <a:buNone/>
              <a:defRPr sz="20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3pPr>
            <a:lvl4pPr marL="1371600" indent="0">
              <a:buNone/>
              <a:defRPr sz="18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4pPr>
            <a:lvl5pPr marL="1828800" indent="0">
              <a:buNone/>
              <a:defRPr sz="18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3CEDC-2316-3CCF-E7EC-3B79A4EB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A2F64-C9EB-AE3B-C54B-045D88C99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9FEFE-796D-0CE9-EB8D-BD85513D0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58F4-E67D-4798-8BA0-E28CE0813DF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60708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5">
            <a:extLst>
              <a:ext uri="{FF2B5EF4-FFF2-40B4-BE49-F238E27FC236}">
                <a16:creationId xmlns:a16="http://schemas.microsoft.com/office/drawing/2014/main" id="{FFC0207A-D7E8-A90A-38F6-76195D1350FB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TW" altLang="zh-TW" sz="1400">
              <a:latin typeface="Calibri" pitchFamily="34" charset="0"/>
              <a:ea typeface="新細明體" pitchFamily="18" charset="-120"/>
              <a:cs typeface="Arial" charset="0"/>
              <a:sym typeface="Arial" charset="0"/>
            </a:endParaRPr>
          </a:p>
        </p:txBody>
      </p:sp>
      <p:sp>
        <p:nvSpPr>
          <p:cNvPr id="3" name="標題 5">
            <a:extLst>
              <a:ext uri="{FF2B5EF4-FFF2-40B4-BE49-F238E27FC236}">
                <a16:creationId xmlns:a16="http://schemas.microsoft.com/office/drawing/2014/main" id="{982A083D-0CCB-C77C-3902-DC42F3960BB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28650" y="188913"/>
            <a:ext cx="8515350" cy="13255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500" b="1" i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dirty="0">
                <a:solidFill>
                  <a:srgbClr val="C00000"/>
                </a:solidFill>
              </a:rPr>
              <a:t>練習百分百</a:t>
            </a:r>
          </a:p>
        </p:txBody>
      </p:sp>
    </p:spTree>
    <p:extLst>
      <p:ext uri="{BB962C8B-B14F-4D97-AF65-F5344CB8AC3E}">
        <p14:creationId xmlns:p14="http://schemas.microsoft.com/office/powerpoint/2010/main" val="773942723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AEE6846-77C4-B58C-7918-8E3A6E9A63A1}"/>
              </a:ext>
            </a:extLst>
          </p:cNvPr>
          <p:cNvCxnSpPr/>
          <p:nvPr userDrawn="1"/>
        </p:nvCxnSpPr>
        <p:spPr>
          <a:xfrm>
            <a:off x="0" y="2670175"/>
            <a:ext cx="7135813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18247079-C30B-3474-DB01-ADD46C604283}"/>
              </a:ext>
            </a:extLst>
          </p:cNvPr>
          <p:cNvCxnSpPr/>
          <p:nvPr userDrawn="1"/>
        </p:nvCxnSpPr>
        <p:spPr>
          <a:xfrm>
            <a:off x="2427288" y="3773488"/>
            <a:ext cx="6742112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Shape 95">
            <a:extLst>
              <a:ext uri="{FF2B5EF4-FFF2-40B4-BE49-F238E27FC236}">
                <a16:creationId xmlns:a16="http://schemas.microsoft.com/office/drawing/2014/main" id="{049AF280-04FF-AF6D-C33C-10960245C08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670175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 sz="1400">
              <a:solidFill>
                <a:srgbClr val="000000"/>
              </a:solidFill>
              <a:cs typeface="Arial" charset="0"/>
              <a:sym typeface="Arial" charset="0"/>
            </a:endParaRPr>
          </a:p>
        </p:txBody>
      </p:sp>
      <p:sp>
        <p:nvSpPr>
          <p:cNvPr id="5" name="Shape 95">
            <a:extLst>
              <a:ext uri="{FF2B5EF4-FFF2-40B4-BE49-F238E27FC236}">
                <a16:creationId xmlns:a16="http://schemas.microsoft.com/office/drawing/2014/main" id="{401AF2D1-57A8-4942-5151-45D1D3BE60CB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 flipH="1">
            <a:off x="7844631" y="2670969"/>
            <a:ext cx="1570038" cy="1079500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 sz="1400">
              <a:solidFill>
                <a:srgbClr val="000000"/>
              </a:solidFill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6209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875508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10FEF09-0041-34D0-6FCA-68D27991DF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CC20A3F-8B85-EA02-B1FB-F2C2E303D8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2B6F8-52C8-173F-9290-EA55E08C5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EC4D5-53CA-69E8-02C0-832B35C75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FB82E-6F60-A76A-77F0-6EF102FED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A2A2A88-D942-4DE1-916C-31DA56FDE7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1" name="Picture 8">
            <a:extLst>
              <a:ext uri="{FF2B5EF4-FFF2-40B4-BE49-F238E27FC236}">
                <a16:creationId xmlns:a16="http://schemas.microsoft.com/office/drawing/2014/main" id="{F1503B2C-5A45-803B-E5EA-AB1B95C29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5" y="6418263"/>
            <a:ext cx="2271713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6" r:id="rId2"/>
    <p:sldLayoutId id="2147484035" r:id="rId3"/>
    <p:sldLayoutId id="2147484037" r:id="rId4"/>
    <p:sldLayoutId id="2147484038" r:id="rId5"/>
    <p:sldLayoutId id="2147484039" r:id="rId6"/>
    <p:sldLayoutId id="2147484040" r:id="rId7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6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:a16="http://schemas.microsoft.com/office/drawing/2014/main" id="{210146B4-3623-BC79-7388-88910080876E}"/>
              </a:ext>
            </a:extLst>
          </p:cNvPr>
          <p:cNvSpPr/>
          <p:nvPr/>
        </p:nvSpPr>
        <p:spPr>
          <a:xfrm>
            <a:off x="501650" y="2597150"/>
            <a:ext cx="8140700" cy="1403350"/>
          </a:xfrm>
          <a:prstGeom prst="roundRect">
            <a:avLst/>
          </a:prstGeom>
          <a:solidFill>
            <a:srgbClr val="0099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8195" name="標題 1">
            <a:extLst>
              <a:ext uri="{FF2B5EF4-FFF2-40B4-BE49-F238E27FC236}">
                <a16:creationId xmlns:a16="http://schemas.microsoft.com/office/drawing/2014/main" id="{92974E94-DA64-CC98-7043-4C92ABBD1AA1}"/>
              </a:ext>
            </a:extLst>
          </p:cNvPr>
          <p:cNvSpPr txBox="1">
            <a:spLocks/>
          </p:cNvSpPr>
          <p:nvPr/>
        </p:nvSpPr>
        <p:spPr bwMode="auto">
          <a:xfrm>
            <a:off x="628650" y="1485900"/>
            <a:ext cx="78867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sz="10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單元</a:t>
            </a:r>
            <a:endParaRPr lang="en-US" altLang="zh-TW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乘法與除法</a:t>
            </a:r>
            <a:endParaRPr lang="en-US" altLang="zh-TW" sz="55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教學</a:t>
            </a:r>
            <a:r>
              <a:rPr lang="en-US" altLang="zh-TW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PPT</a:t>
            </a:r>
            <a:endParaRPr lang="zh-TW" altLang="en-US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3BC3D003-CA47-9191-85EF-74A052C67599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重點回顧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EBA38311-3E85-8C43-C2E0-6551CB59C5A6}"/>
              </a:ext>
            </a:extLst>
          </p:cNvPr>
          <p:cNvSpPr txBox="1">
            <a:spLocks/>
          </p:cNvSpPr>
          <p:nvPr/>
        </p:nvSpPr>
        <p:spPr bwMode="auto">
          <a:xfrm>
            <a:off x="590550" y="228600"/>
            <a:ext cx="78867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endParaRPr lang="zh-TW" altLang="en-US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43" name="標題 3">
            <a:extLst>
              <a:ext uri="{FF2B5EF4-FFF2-40B4-BE49-F238E27FC236}">
                <a16:creationId xmlns:a16="http://schemas.microsoft.com/office/drawing/2014/main" id="{CC8D41CA-8FEE-DE93-336A-FEEDEFFE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重點回顧內容</a:t>
            </a: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CA530065-66E4-3EAB-66D4-2C8E46498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531938"/>
            <a:ext cx="8302625" cy="4921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charset="0"/>
              <a:buNone/>
              <a:defRPr/>
            </a:pPr>
            <a:r>
              <a:rPr lang="zh-TW" altLang="zh-TW" sz="3200" b="1" kern="100" dirty="0">
                <a:latin typeface="Times New Roman"/>
                <a:ea typeface="書法中楷（注音一）"/>
                <a:cs typeface="Times New Roman"/>
              </a:rPr>
              <a:t>乘法計算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</a:rPr>
              <a:t>                   除</a:t>
            </a:r>
            <a:r>
              <a:rPr lang="zh-TW" altLang="zh-TW" sz="3200" b="1" kern="100" dirty="0">
                <a:latin typeface="Times New Roman"/>
                <a:ea typeface="書法中楷（注音一）"/>
                <a:cs typeface="Times New Roman"/>
              </a:rPr>
              <a:t>法計算</a:t>
            </a:r>
            <a:endParaRPr lang="zh-TW" altLang="en-US" sz="3200" b="1" dirty="0">
              <a:solidFill>
                <a:srgbClr val="000000"/>
              </a:solidFill>
              <a:latin typeface="書法中楷（注音一）" pitchFamily="49" charset="-120"/>
              <a:ea typeface="書法中楷（注音一）" pitchFamily="49" charset="-120"/>
              <a:cs typeface="Times New Roman" pitchFamily="18" charset="0"/>
              <a:sym typeface="Arial" charset="0"/>
            </a:endParaRPr>
          </a:p>
          <a:p>
            <a:pPr marL="76200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None/>
              <a:defRPr/>
            </a:pPr>
            <a:r>
              <a:rPr lang="zh-TW" altLang="zh-TW" kern="100" dirty="0">
                <a:ea typeface="書法中楷（注音一）"/>
                <a:cs typeface="Times New Roman"/>
              </a:rPr>
              <a:t>例</a:t>
            </a:r>
            <a:r>
              <a:rPr lang="zh-TW" altLang="zh-TW" dirty="0">
                <a:ea typeface="標楷體"/>
                <a:cs typeface="Times New Roman"/>
              </a:rPr>
              <a:t>：</a:t>
            </a:r>
            <a:r>
              <a:rPr lang="en-US" altLang="zh-TW" kern="100" dirty="0">
                <a:latin typeface="Times New Roman"/>
                <a:ea typeface="書法中楷（注音一）"/>
              </a:rPr>
              <a:t>345</a:t>
            </a:r>
            <a:r>
              <a:rPr lang="zh-TW" altLang="zh-TW" kern="1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×</a:t>
            </a:r>
            <a:r>
              <a:rPr lang="en-US" altLang="zh-TW" kern="100" dirty="0">
                <a:latin typeface="Times New Roman"/>
                <a:ea typeface="書法中楷（注音一）"/>
              </a:rPr>
              <a:t>3</a:t>
            </a:r>
            <a:r>
              <a:rPr lang="zh-TW" altLang="zh-TW" kern="100" dirty="0">
                <a:ea typeface="標楷體"/>
                <a:cs typeface="Times New Roman"/>
              </a:rPr>
              <a:t>＝</a:t>
            </a:r>
            <a:r>
              <a:rPr lang="en-US" altLang="zh-TW" kern="100" dirty="0">
                <a:latin typeface="Times New Roman"/>
                <a:ea typeface="標楷體"/>
              </a:rPr>
              <a:t>(</a:t>
            </a:r>
            <a:r>
              <a:rPr lang="en-US" altLang="zh-TW" kern="100" dirty="0">
                <a:solidFill>
                  <a:schemeClr val="bg2">
                    <a:lumMod val="50000"/>
                  </a:schemeClr>
                </a:solidFill>
                <a:latin typeface="Times New Roman"/>
                <a:ea typeface="標楷體"/>
              </a:rPr>
              <a:t>1035</a:t>
            </a:r>
            <a:r>
              <a:rPr lang="en-US" altLang="zh-TW" kern="100" dirty="0">
                <a:solidFill>
                  <a:srgbClr val="000000"/>
                </a:solidFill>
                <a:latin typeface="Times New Roman"/>
                <a:ea typeface="標楷體"/>
              </a:rPr>
              <a:t>)	</a:t>
            </a:r>
            <a:r>
              <a:rPr lang="zh-TW" altLang="en-US" kern="100" dirty="0">
                <a:solidFill>
                  <a:srgbClr val="000000"/>
                </a:solidFill>
                <a:latin typeface="Times New Roman"/>
                <a:ea typeface="標楷體"/>
              </a:rPr>
              <a:t>        </a:t>
            </a:r>
            <a:r>
              <a:rPr lang="zh-TW" altLang="zh-TW" kern="100" dirty="0">
                <a:ea typeface="書法中楷（注音一）"/>
                <a:cs typeface="Times New Roman"/>
              </a:rPr>
              <a:t>例</a:t>
            </a:r>
            <a:r>
              <a:rPr lang="zh-TW" altLang="zh-TW" dirty="0">
                <a:ea typeface="標楷體"/>
                <a:cs typeface="Times New Roman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kern="100" dirty="0">
              <a:latin typeface="Times New Roman" panose="02020603050405020304" pitchFamily="18" charset="0"/>
              <a:ea typeface="書法中楷（注音一）"/>
              <a:cs typeface="Times New Roman" panose="02020603050405020304" pitchFamily="18" charset="0"/>
            </a:endParaRPr>
          </a:p>
          <a:p>
            <a:pPr marL="76200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None/>
              <a:defRPr/>
            </a:pPr>
            <a:endParaRPr lang="en-US" altLang="zh-TW" dirty="0">
              <a:latin typeface="書法中楷（注音一）" pitchFamily="49" charset="-120"/>
              <a:ea typeface="書法中楷（注音一）" pitchFamily="49" charset="-120"/>
              <a:cs typeface="Times New Roman" pitchFamily="18" charset="0"/>
              <a:sym typeface="Arial" charset="0"/>
            </a:endParaRPr>
          </a:p>
        </p:txBody>
      </p:sp>
      <p:pic>
        <p:nvPicPr>
          <p:cNvPr id="10245" name="Picture 5" descr="題號-1">
            <a:extLst>
              <a:ext uri="{FF2B5EF4-FFF2-40B4-BE49-F238E27FC236}">
                <a16:creationId xmlns:a16="http://schemas.microsoft.com/office/drawing/2014/main" id="{8E365F54-53EB-7711-C873-26C6163B8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676400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5">
            <a:extLst>
              <a:ext uri="{FF2B5EF4-FFF2-40B4-BE49-F238E27FC236}">
                <a16:creationId xmlns:a16="http://schemas.microsoft.com/office/drawing/2014/main" id="{41AF5E10-AD9C-CBEC-A800-5287B8C91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1800"/>
          </a:p>
        </p:txBody>
      </p:sp>
      <p:sp>
        <p:nvSpPr>
          <p:cNvPr id="10247" name="Rectangle 2">
            <a:extLst>
              <a:ext uri="{FF2B5EF4-FFF2-40B4-BE49-F238E27FC236}">
                <a16:creationId xmlns:a16="http://schemas.microsoft.com/office/drawing/2014/main" id="{320AC3C3-345A-F48A-F1AF-8767335E9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1800"/>
          </a:p>
        </p:txBody>
      </p:sp>
      <p:graphicFrame>
        <p:nvGraphicFramePr>
          <p:cNvPr id="10248" name="物件 2">
            <a:extLst>
              <a:ext uri="{FF2B5EF4-FFF2-40B4-BE49-F238E27FC236}">
                <a16:creationId xmlns:a16="http://schemas.microsoft.com/office/drawing/2014/main" id="{3D2FF25B-6042-14C5-C987-C29C981198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2781300"/>
          <a:ext cx="1624013" cy="183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86489" imgH="665664" progId="Word.Picture.8">
                  <p:embed/>
                </p:oleObj>
              </mc:Choice>
              <mc:Fallback>
                <p:oleObj name="Picture" r:id="rId3" imgW="586489" imgH="665664" progId="Word.Picture.8">
                  <p:embed/>
                  <p:pic>
                    <p:nvPicPr>
                      <p:cNvPr id="0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781300"/>
                        <a:ext cx="1624013" cy="183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Line 6">
            <a:extLst>
              <a:ext uri="{FF2B5EF4-FFF2-40B4-BE49-F238E27FC236}">
                <a16:creationId xmlns:a16="http://schemas.microsoft.com/office/drawing/2014/main" id="{A981DBB3-113B-9745-493D-40A34FF63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628775"/>
            <a:ext cx="0" cy="4697413"/>
          </a:xfrm>
          <a:prstGeom prst="line">
            <a:avLst/>
          </a:prstGeom>
          <a:noFill/>
          <a:ln w="19050" cap="rnd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250" name="Picture 3" descr="題號-2">
            <a:extLst>
              <a:ext uri="{FF2B5EF4-FFF2-40B4-BE49-F238E27FC236}">
                <a16:creationId xmlns:a16="http://schemas.microsoft.com/office/drawing/2014/main" id="{5FA5F04A-CFCA-9C0A-712F-E62E54058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00" y="165893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51" name="物件 13">
            <a:extLst>
              <a:ext uri="{FF2B5EF4-FFF2-40B4-BE49-F238E27FC236}">
                <a16:creationId xmlns:a16="http://schemas.microsoft.com/office/drawing/2014/main" id="{CB99D4A0-D4FD-AA51-703A-AC163008F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5463" y="2781300"/>
          <a:ext cx="2206625" cy="324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794204" imgH="1176092" progId="Word.Picture.8">
                  <p:embed/>
                </p:oleObj>
              </mc:Choice>
              <mc:Fallback>
                <p:oleObj name="Picture" r:id="rId6" imgW="794204" imgH="1176092" progId="Word.Picture.8">
                  <p:embed/>
                  <p:pic>
                    <p:nvPicPr>
                      <p:cNvPr id="0" name="物件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2781300"/>
                        <a:ext cx="2206625" cy="324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EED5EA1A-E808-1FB1-B16E-35358DE2FB78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練一練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5">
            <a:extLst>
              <a:ext uri="{FF2B5EF4-FFF2-40B4-BE49-F238E27FC236}">
                <a16:creationId xmlns:a16="http://schemas.microsoft.com/office/drawing/2014/main" id="{F3B8BCE0-C662-26B1-9AA6-B61883DF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11271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1267" name="矩形 2">
            <a:extLst>
              <a:ext uri="{FF2B5EF4-FFF2-40B4-BE49-F238E27FC236}">
                <a16:creationId xmlns:a16="http://schemas.microsoft.com/office/drawing/2014/main" id="{9A3828E9-76B1-6120-B8B6-FE68CE8CE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8424862" cy="3492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342900" indent="-342900" algn="just">
              <a:lnSpc>
                <a:spcPts val="2000"/>
              </a:lnSpc>
              <a:spcAft>
                <a:spcPts val="300"/>
              </a:spcAft>
              <a:buFont typeface="+mj-ea"/>
              <a:buAutoNum type="ea1ChtPlain"/>
              <a:defRPr/>
            </a:pPr>
            <a:r>
              <a:rPr lang="zh-TW" altLang="en-US" sz="3200" b="1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  <a:sym typeface="Arial" charset="0"/>
              </a:rPr>
              <a:t>、</a:t>
            </a:r>
            <a:r>
              <a:rPr lang="zh-TW" altLang="zh-TW" sz="3200" b="1" kern="100" dirty="0">
                <a:latin typeface="Times New Roman"/>
                <a:ea typeface="書法中楷（注音一）"/>
              </a:rPr>
              <a:t>算算看</a:t>
            </a:r>
            <a:r>
              <a:rPr lang="zh-TW" altLang="zh-TW" sz="3200" b="1" kern="100" dirty="0">
                <a:latin typeface="Times New Roman"/>
                <a:ea typeface="標楷體"/>
              </a:rPr>
              <a:t>。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DA472DD2-E899-9203-79A9-158C58DA5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1800"/>
          </a:p>
        </p:txBody>
      </p:sp>
      <p:sp>
        <p:nvSpPr>
          <p:cNvPr id="12293" name="文字方塊 2">
            <a:extLst>
              <a:ext uri="{FF2B5EF4-FFF2-40B4-BE49-F238E27FC236}">
                <a16:creationId xmlns:a16="http://schemas.microsoft.com/office/drawing/2014/main" id="{3573F689-ED05-620E-0143-974D67ACE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863" y="1811338"/>
            <a:ext cx="62547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12294" name="Text Box 4">
            <a:extLst>
              <a:ext uri="{FF2B5EF4-FFF2-40B4-BE49-F238E27FC236}">
                <a16:creationId xmlns:a16="http://schemas.microsoft.com/office/drawing/2014/main" id="{E9F8BAB8-DBDB-4B14-74A3-13A43F327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2163" y="2039938"/>
            <a:ext cx="62547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12295" name="Text Box 1">
            <a:extLst>
              <a:ext uri="{FF2B5EF4-FFF2-40B4-BE49-F238E27FC236}">
                <a16:creationId xmlns:a16="http://schemas.microsoft.com/office/drawing/2014/main" id="{A3487178-458F-A4B3-48F5-7D68D5F44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1936750"/>
            <a:ext cx="625475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12296" name="Text Box 2">
            <a:extLst>
              <a:ext uri="{FF2B5EF4-FFF2-40B4-BE49-F238E27FC236}">
                <a16:creationId xmlns:a16="http://schemas.microsoft.com/office/drawing/2014/main" id="{831C980F-4E84-EA9D-E03A-58637394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1936750"/>
            <a:ext cx="625475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0D5455C-23C6-F937-2BD0-50ACB9960125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844675"/>
          <a:ext cx="8208962" cy="43926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4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6307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14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17" marB="45717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29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17" marB="45717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6307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257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17" marB="45717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408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17" marB="45717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32" name="矩形 8">
            <a:extLst>
              <a:ext uri="{FF2B5EF4-FFF2-40B4-BE49-F238E27FC236}">
                <a16:creationId xmlns:a16="http://schemas.microsoft.com/office/drawing/2014/main" id="{02DED085-DA2B-A64C-BB02-38BF839C1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063" y="1882775"/>
            <a:ext cx="8366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33" name="矩形 9">
            <a:extLst>
              <a:ext uri="{FF2B5EF4-FFF2-40B4-BE49-F238E27FC236}">
                <a16:creationId xmlns:a16="http://schemas.microsoft.com/office/drawing/2014/main" id="{96BDCC7E-98E6-2C96-0190-175EC74EA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0" y="4076700"/>
            <a:ext cx="936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771</a:t>
            </a:r>
            <a:endParaRPr kumimoji="0" lang="zh-TW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34" name="矩形 10">
            <a:extLst>
              <a:ext uri="{FF2B5EF4-FFF2-40B4-BE49-F238E27FC236}">
                <a16:creationId xmlns:a16="http://schemas.microsoft.com/office/drawing/2014/main" id="{74863AC8-8E82-C5B8-B57E-D3355AAA4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638" y="4076700"/>
            <a:ext cx="936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816</a:t>
            </a:r>
            <a:endParaRPr kumimoji="0" lang="zh-TW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35" name="矩形 11">
            <a:extLst>
              <a:ext uri="{FF2B5EF4-FFF2-40B4-BE49-F238E27FC236}">
                <a16:creationId xmlns:a16="http://schemas.microsoft.com/office/drawing/2014/main" id="{35631001-B307-36F5-A5C4-028B02D2E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713" y="1868488"/>
            <a:ext cx="10271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261</a:t>
            </a:r>
            <a:endParaRPr kumimoji="0" lang="zh-TW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87AE8A-5B65-8491-306B-ACB73D04F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2474913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89ECA4-7999-3C57-6A46-E36C5B10E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285432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D8F47C9D-CB00-A9A3-0CF6-6A96E4ADF4E9}"/>
              </a:ext>
            </a:extLst>
          </p:cNvPr>
          <p:cNvCxnSpPr/>
          <p:nvPr/>
        </p:nvCxnSpPr>
        <p:spPr>
          <a:xfrm flipV="1">
            <a:off x="1095375" y="3248025"/>
            <a:ext cx="10207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E39A307-AD8D-7543-448A-AEF1B81A5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325278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84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F8CED7-C6B9-32EC-EBFE-6031A4D07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240665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29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4DDF220-1C67-AA70-7497-580A77766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2786063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EB6C033-F359-2C40-EA9E-5A9834340CDB}"/>
              </a:ext>
            </a:extLst>
          </p:cNvPr>
          <p:cNvCxnSpPr/>
          <p:nvPr/>
        </p:nvCxnSpPr>
        <p:spPr>
          <a:xfrm flipV="1">
            <a:off x="5162550" y="3179763"/>
            <a:ext cx="10207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4E06B82D-9BB7-27F4-9356-94DE2FDE6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318452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261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823F0D-C72D-D413-FAA9-371421B08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4843463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257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E12BBE-56EF-7499-050B-B8A3C49A0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522287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F68AE9FA-E4C7-9E56-7DCA-CF50A73E49C3}"/>
              </a:ext>
            </a:extLst>
          </p:cNvPr>
          <p:cNvCxnSpPr/>
          <p:nvPr/>
        </p:nvCxnSpPr>
        <p:spPr>
          <a:xfrm flipV="1">
            <a:off x="1095375" y="5616575"/>
            <a:ext cx="10207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55D7421-1841-D406-B206-996607542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562133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771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18684C-36F8-5879-2F49-98B28203F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477520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408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6D1B8F-77BC-55D6-0F94-98A278270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5154613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0408F922-EB1F-2164-4A35-9C8EE1720938}"/>
              </a:ext>
            </a:extLst>
          </p:cNvPr>
          <p:cNvCxnSpPr/>
          <p:nvPr/>
        </p:nvCxnSpPr>
        <p:spPr>
          <a:xfrm flipV="1">
            <a:off x="5162550" y="5548313"/>
            <a:ext cx="10207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4E7BBFA9-984A-DB9D-82C9-E95082A8E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5553075"/>
            <a:ext cx="739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816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2" grpId="0"/>
      <p:bldP spid="9233" grpId="0"/>
      <p:bldP spid="9234" grpId="0"/>
      <p:bldP spid="9235" grpId="0"/>
      <p:bldP spid="14" grpId="0"/>
      <p:bldP spid="15" grpId="0"/>
      <p:bldP spid="17" grpId="0"/>
      <p:bldP spid="18" grpId="0"/>
      <p:bldP spid="19" grpId="0"/>
      <p:bldP spid="21" grpId="0"/>
      <p:bldP spid="22" grpId="0"/>
      <p:bldP spid="23" grpId="0"/>
      <p:bldP spid="25" grpId="0"/>
      <p:bldP spid="26" grpId="0"/>
      <p:bldP spid="27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5">
            <a:extLst>
              <a:ext uri="{FF2B5EF4-FFF2-40B4-BE49-F238E27FC236}">
                <a16:creationId xmlns:a16="http://schemas.microsoft.com/office/drawing/2014/main" id="{2864B5FC-67D0-9A8D-A762-78CC2C2A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111125"/>
            <a:ext cx="8515350" cy="1325563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1267" name="矩形 2">
            <a:extLst>
              <a:ext uri="{FF2B5EF4-FFF2-40B4-BE49-F238E27FC236}">
                <a16:creationId xmlns:a16="http://schemas.microsoft.com/office/drawing/2014/main" id="{7AB7AEE0-E278-A16B-E9D7-A6E638405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8424862" cy="3492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342900" indent="-342900" algn="just">
              <a:lnSpc>
                <a:spcPts val="2000"/>
              </a:lnSpc>
              <a:spcAft>
                <a:spcPts val="300"/>
              </a:spcAft>
              <a:buFont typeface="+mj-ea"/>
              <a:buAutoNum type="ea1ChtPlain"/>
              <a:defRPr/>
            </a:pPr>
            <a:r>
              <a:rPr lang="zh-TW" altLang="en-US" sz="3200" b="1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  <a:sym typeface="Arial" charset="0"/>
              </a:rPr>
              <a:t>、</a:t>
            </a:r>
            <a:r>
              <a:rPr lang="zh-TW" altLang="zh-TW" sz="3200" b="1" kern="100" dirty="0">
                <a:latin typeface="Times New Roman"/>
                <a:ea typeface="書法中楷（注音一）"/>
              </a:rPr>
              <a:t>算算看</a:t>
            </a:r>
            <a:r>
              <a:rPr lang="zh-TW" altLang="zh-TW" sz="3200" b="1" kern="100" dirty="0">
                <a:latin typeface="Times New Roman"/>
                <a:ea typeface="標楷體"/>
              </a:rPr>
              <a:t>。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69AB0B7E-58A2-57FA-0567-9194265E9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1800"/>
          </a:p>
        </p:txBody>
      </p:sp>
      <p:sp>
        <p:nvSpPr>
          <p:cNvPr id="13317" name="文字方塊 2">
            <a:extLst>
              <a:ext uri="{FF2B5EF4-FFF2-40B4-BE49-F238E27FC236}">
                <a16:creationId xmlns:a16="http://schemas.microsoft.com/office/drawing/2014/main" id="{51E0716A-DC43-3988-3128-6B9990581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863" y="1811338"/>
            <a:ext cx="62547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13318" name="Text Box 4">
            <a:extLst>
              <a:ext uri="{FF2B5EF4-FFF2-40B4-BE49-F238E27FC236}">
                <a16:creationId xmlns:a16="http://schemas.microsoft.com/office/drawing/2014/main" id="{4AA8C44D-4CC8-D909-7860-8986BADBC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2163" y="2039938"/>
            <a:ext cx="62547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13319" name="Text Box 1">
            <a:extLst>
              <a:ext uri="{FF2B5EF4-FFF2-40B4-BE49-F238E27FC236}">
                <a16:creationId xmlns:a16="http://schemas.microsoft.com/office/drawing/2014/main" id="{A3D9ABE6-60C4-6034-9F16-0D402390E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1936750"/>
            <a:ext cx="625475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13320" name="Text Box 2">
            <a:extLst>
              <a:ext uri="{FF2B5EF4-FFF2-40B4-BE49-F238E27FC236}">
                <a16:creationId xmlns:a16="http://schemas.microsoft.com/office/drawing/2014/main" id="{9D7811AE-8ACB-1D2D-F66F-351C0E814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1936750"/>
            <a:ext cx="625475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0DC2C3F-8F9D-80EB-161E-B8FB5521FACD}"/>
              </a:ext>
            </a:extLst>
          </p:cNvPr>
          <p:cNvGraphicFramePr>
            <a:graphicFrameLocks noGrp="1"/>
          </p:cNvGraphicFramePr>
          <p:nvPr/>
        </p:nvGraphicFramePr>
        <p:xfrm>
          <a:off x="481013" y="1814513"/>
          <a:ext cx="8208962" cy="439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4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0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51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÷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       )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      )</a:t>
                      </a:r>
                      <a:endParaRPr lang="zh-TW" altLang="zh-TW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44" marR="91444" marT="45734" marB="45734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472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÷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      )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      )</a:t>
                      </a:r>
                      <a:endParaRPr lang="zh-TW" altLang="zh-TW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44" marR="91444" marT="45734" marB="45734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100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807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÷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       )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      )</a:t>
                      </a:r>
                      <a:endParaRPr lang="zh-TW" altLang="zh-TW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44" marR="91444" marT="45734" marB="45734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650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÷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TW" altLang="zh-TW" sz="2800" kern="1200" dirty="0">
                          <a:solidFill>
                            <a:schemeClr val="tx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       )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      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4" marB="45734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56" name="矩形 1">
            <a:extLst>
              <a:ext uri="{FF2B5EF4-FFF2-40B4-BE49-F238E27FC236}">
                <a16:creationId xmlns:a16="http://schemas.microsoft.com/office/drawing/2014/main" id="{72AF386E-E8DD-0949-4DEE-AC40C0B8C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75" y="1854200"/>
            <a:ext cx="6445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0257" name="矩形 2">
            <a:extLst>
              <a:ext uri="{FF2B5EF4-FFF2-40B4-BE49-F238E27FC236}">
                <a16:creationId xmlns:a16="http://schemas.microsoft.com/office/drawing/2014/main" id="{49CE83E3-AFB1-ECC5-E387-D6ED3994A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1860550"/>
            <a:ext cx="457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0258" name="矩形 12">
            <a:extLst>
              <a:ext uri="{FF2B5EF4-FFF2-40B4-BE49-F238E27FC236}">
                <a16:creationId xmlns:a16="http://schemas.microsoft.com/office/drawing/2014/main" id="{DCE0F828-A4A2-53D5-B14C-B83985EFE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1831975"/>
            <a:ext cx="646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59</a:t>
            </a:r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0259" name="矩形 13">
            <a:extLst>
              <a:ext uri="{FF2B5EF4-FFF2-40B4-BE49-F238E27FC236}">
                <a16:creationId xmlns:a16="http://schemas.microsoft.com/office/drawing/2014/main" id="{C1C1B807-7744-1855-A56E-DE55FB60A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8400" y="1843088"/>
            <a:ext cx="582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0260" name="矩形 14">
            <a:extLst>
              <a:ext uri="{FF2B5EF4-FFF2-40B4-BE49-F238E27FC236}">
                <a16:creationId xmlns:a16="http://schemas.microsoft.com/office/drawing/2014/main" id="{A99F55F5-4BAA-9961-F7E0-B01C47792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4076700"/>
            <a:ext cx="793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161</a:t>
            </a:r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0261" name="矩形 15">
            <a:extLst>
              <a:ext uri="{FF2B5EF4-FFF2-40B4-BE49-F238E27FC236}">
                <a16:creationId xmlns:a16="http://schemas.microsoft.com/office/drawing/2014/main" id="{4ABFB5EA-2FB8-46FD-F21F-0926CF16C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4046538"/>
            <a:ext cx="528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0262" name="矩形 16">
            <a:extLst>
              <a:ext uri="{FF2B5EF4-FFF2-40B4-BE49-F238E27FC236}">
                <a16:creationId xmlns:a16="http://schemas.microsoft.com/office/drawing/2014/main" id="{1F710034-F164-0093-51E8-3D8185CC2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4046538"/>
            <a:ext cx="703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8" name="矩形 16">
            <a:extLst>
              <a:ext uri="{FF2B5EF4-FFF2-40B4-BE49-F238E27FC236}">
                <a16:creationId xmlns:a16="http://schemas.microsoft.com/office/drawing/2014/main" id="{386D0FEE-0059-3796-CD50-6569729E0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5" y="4067175"/>
            <a:ext cx="644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DC333C-A8D9-E4D8-49C0-87BF652BD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2533650"/>
            <a:ext cx="158591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3BFB1426-B553-19B8-D25D-394971FEF87A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2333625"/>
            <a:ext cx="963613" cy="504825"/>
            <a:chOff x="4721419" y="2602341"/>
            <a:chExt cx="1127932" cy="733738"/>
          </a:xfrm>
        </p:grpSpPr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CDB32C20-C86D-182C-42F5-459A32E30FD7}"/>
                </a:ext>
              </a:extLst>
            </p:cNvPr>
            <p:cNvCxnSpPr/>
            <p:nvPr/>
          </p:nvCxnSpPr>
          <p:spPr>
            <a:xfrm flipV="1">
              <a:off x="4920248" y="2936908"/>
              <a:ext cx="929103" cy="46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35438041-4AAF-B3D9-00BD-559AAEC7DC9E}"/>
                </a:ext>
              </a:extLst>
            </p:cNvPr>
            <p:cNvSpPr/>
            <p:nvPr/>
          </p:nvSpPr>
          <p:spPr>
            <a:xfrm>
              <a:off x="4721419" y="2602341"/>
              <a:ext cx="204403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600">
                <a:solidFill>
                  <a:srgbClr val="FF0000"/>
                </a:solidFill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6D10A-BEE0-7C28-A2CF-3A6AC7A8E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0" y="2187575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339" name="矩形 23">
            <a:extLst>
              <a:ext uri="{FF2B5EF4-FFF2-40B4-BE49-F238E27FC236}">
                <a16:creationId xmlns:a16="http://schemas.microsoft.com/office/drawing/2014/main" id="{73F15E96-6A60-907F-44A4-9CE3E2B05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203450"/>
            <a:ext cx="481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TW" sz="2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690308-8584-87A4-73CC-D90C5816C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2805113"/>
            <a:ext cx="665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76EF2B9D-ECB0-8B36-CCF0-EF9B0B68A1EB}"/>
              </a:ext>
            </a:extLst>
          </p:cNvPr>
          <p:cNvCxnSpPr/>
          <p:nvPr/>
        </p:nvCxnSpPr>
        <p:spPr>
          <a:xfrm flipV="1">
            <a:off x="1365250" y="3165475"/>
            <a:ext cx="879475" cy="95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34D6F977-CA33-BDF4-E675-7F3BEB790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125788"/>
            <a:ext cx="647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4E556A-AB38-E62C-4AD0-487E3E17B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3394075"/>
            <a:ext cx="742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9A9BEAFC-88D0-057F-4A91-6C8D143BD7AE}"/>
              </a:ext>
            </a:extLst>
          </p:cNvPr>
          <p:cNvCxnSpPr/>
          <p:nvPr/>
        </p:nvCxnSpPr>
        <p:spPr>
          <a:xfrm flipV="1">
            <a:off x="1339850" y="3711575"/>
            <a:ext cx="879475" cy="111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0295F7D-A1EA-76B0-1187-6A89FFA07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3708400"/>
            <a:ext cx="481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1AB0939-E20E-989F-43B6-A3083D4F1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0038" y="2187575"/>
            <a:ext cx="481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DD3508-0DCD-39E9-8D9D-66BC1F38F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2576513"/>
            <a:ext cx="1765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7BFA2020-9044-382D-A833-88CBBEED3186}"/>
              </a:ext>
            </a:extLst>
          </p:cNvPr>
          <p:cNvGrpSpPr>
            <a:grpSpLocks/>
          </p:cNvGrpSpPr>
          <p:nvPr/>
        </p:nvGrpSpPr>
        <p:grpSpPr bwMode="auto">
          <a:xfrm>
            <a:off x="5218113" y="2366963"/>
            <a:ext cx="962025" cy="504825"/>
            <a:chOff x="4631822" y="2590576"/>
            <a:chExt cx="1127932" cy="733738"/>
          </a:xfrm>
        </p:grpSpPr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C0541E7D-7062-CF4D-4BA7-D5FE048DCA34}"/>
                </a:ext>
              </a:extLst>
            </p:cNvPr>
            <p:cNvCxnSpPr/>
            <p:nvPr/>
          </p:nvCxnSpPr>
          <p:spPr>
            <a:xfrm flipV="1">
              <a:off x="4830978" y="2925141"/>
              <a:ext cx="928776" cy="46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弧形 42">
              <a:extLst>
                <a:ext uri="{FF2B5EF4-FFF2-40B4-BE49-F238E27FC236}">
                  <a16:creationId xmlns:a16="http://schemas.microsoft.com/office/drawing/2014/main" id="{34531476-61D7-D166-3B55-B58097D06D46}"/>
                </a:ext>
              </a:extLst>
            </p:cNvPr>
            <p:cNvSpPr/>
            <p:nvPr/>
          </p:nvSpPr>
          <p:spPr>
            <a:xfrm>
              <a:off x="4631822" y="2590576"/>
              <a:ext cx="204740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600">
                <a:solidFill>
                  <a:srgbClr val="0000FF"/>
                </a:solidFill>
              </a:endParaRPr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C57A2840-FEDE-AA4B-1D39-6A0280BDE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525" y="2244725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6D7605C-C497-4081-EEED-170D77E5C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2244725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B8D155-827B-33B4-4293-070DF839E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050" y="2846388"/>
            <a:ext cx="665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D0F6CF8F-31F2-5534-ABC3-8AF61EFB7C80}"/>
              </a:ext>
            </a:extLst>
          </p:cNvPr>
          <p:cNvCxnSpPr/>
          <p:nvPr/>
        </p:nvCxnSpPr>
        <p:spPr>
          <a:xfrm flipV="1">
            <a:off x="5314950" y="3206750"/>
            <a:ext cx="879475" cy="111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D8B781B1-2707-10F5-F310-8C0F5F910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438" y="3167063"/>
            <a:ext cx="647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F15BFB1-4416-F147-CAB8-D6A2447CA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435350"/>
            <a:ext cx="744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D25D8212-6343-CE37-EA2C-98BD735EAA15}"/>
              </a:ext>
            </a:extLst>
          </p:cNvPr>
          <p:cNvCxnSpPr/>
          <p:nvPr/>
        </p:nvCxnSpPr>
        <p:spPr>
          <a:xfrm flipV="1">
            <a:off x="5291138" y="3754438"/>
            <a:ext cx="879475" cy="95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FF5DA045-BD2C-E746-2EF6-62F98CC7C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825" y="3716338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A96687E-59CC-DA94-0F7B-24551F7B0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4703763"/>
            <a:ext cx="1766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809337CD-A2AD-B828-2119-FF120F5E04DB}"/>
              </a:ext>
            </a:extLst>
          </p:cNvPr>
          <p:cNvGrpSpPr>
            <a:grpSpLocks/>
          </p:cNvGrpSpPr>
          <p:nvPr/>
        </p:nvGrpSpPr>
        <p:grpSpPr bwMode="auto">
          <a:xfrm>
            <a:off x="1201738" y="4494213"/>
            <a:ext cx="962025" cy="504825"/>
            <a:chOff x="4631822" y="2590576"/>
            <a:chExt cx="1127932" cy="733738"/>
          </a:xfrm>
        </p:grpSpPr>
        <p:cxnSp>
          <p:nvCxnSpPr>
            <p:cNvPr id="80" name="直線接點 79">
              <a:extLst>
                <a:ext uri="{FF2B5EF4-FFF2-40B4-BE49-F238E27FC236}">
                  <a16:creationId xmlns:a16="http://schemas.microsoft.com/office/drawing/2014/main" id="{1F159634-2662-1212-40F8-836B6B9B860F}"/>
                </a:ext>
              </a:extLst>
            </p:cNvPr>
            <p:cNvCxnSpPr/>
            <p:nvPr/>
          </p:nvCxnSpPr>
          <p:spPr>
            <a:xfrm flipV="1">
              <a:off x="4830978" y="2925141"/>
              <a:ext cx="928776" cy="46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弧形 80">
              <a:extLst>
                <a:ext uri="{FF2B5EF4-FFF2-40B4-BE49-F238E27FC236}">
                  <a16:creationId xmlns:a16="http://schemas.microsoft.com/office/drawing/2014/main" id="{7AC19211-33DE-B56E-249E-9E9B1F48F1BE}"/>
                </a:ext>
              </a:extLst>
            </p:cNvPr>
            <p:cNvSpPr/>
            <p:nvPr/>
          </p:nvSpPr>
          <p:spPr>
            <a:xfrm>
              <a:off x="4631822" y="2590576"/>
              <a:ext cx="204740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600">
                <a:solidFill>
                  <a:srgbClr val="0000FF"/>
                </a:solidFill>
              </a:endParaRPr>
            </a:p>
          </p:txBody>
        </p:sp>
      </p:grpSp>
      <p:sp>
        <p:nvSpPr>
          <p:cNvPr id="82" name="矩形 81">
            <a:extLst>
              <a:ext uri="{FF2B5EF4-FFF2-40B4-BE49-F238E27FC236}">
                <a16:creationId xmlns:a16="http://schemas.microsoft.com/office/drawing/2014/main" id="{F961FFF1-272A-5036-3502-C85D94D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4365625"/>
            <a:ext cx="48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54543B7-EDA2-B85D-E7F7-02EE65655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4365625"/>
            <a:ext cx="481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A9F1BDD-8A34-A446-61B5-C342FCF81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75" y="4973638"/>
            <a:ext cx="663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EA3BE76F-DB1A-4167-CD34-CA8C2BE4C7CC}"/>
              </a:ext>
            </a:extLst>
          </p:cNvPr>
          <p:cNvCxnSpPr/>
          <p:nvPr/>
        </p:nvCxnSpPr>
        <p:spPr>
          <a:xfrm flipV="1">
            <a:off x="1298575" y="5334000"/>
            <a:ext cx="879475" cy="111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7BB657F3-1FF8-5E13-8FF1-18FECC9F6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975" y="5294313"/>
            <a:ext cx="647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456618C-83D9-747E-E2B5-F97658964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488" y="5562600"/>
            <a:ext cx="742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AD4D0378-019E-9906-E958-4CD58091CE5A}"/>
              </a:ext>
            </a:extLst>
          </p:cNvPr>
          <p:cNvCxnSpPr/>
          <p:nvPr/>
        </p:nvCxnSpPr>
        <p:spPr>
          <a:xfrm flipV="1">
            <a:off x="1274763" y="5881688"/>
            <a:ext cx="879475" cy="111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A36E9939-2FF7-A450-6D14-788A28C98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5876925"/>
            <a:ext cx="48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5A8838D-39DC-7995-2342-283F20D25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6118225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497E8165-6E54-3689-1858-087F4B29B289}"/>
              </a:ext>
            </a:extLst>
          </p:cNvPr>
          <p:cNvCxnSpPr/>
          <p:nvPr/>
        </p:nvCxnSpPr>
        <p:spPr>
          <a:xfrm flipV="1">
            <a:off x="1262063" y="6453188"/>
            <a:ext cx="879475" cy="111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>
            <a:extLst>
              <a:ext uri="{FF2B5EF4-FFF2-40B4-BE49-F238E27FC236}">
                <a16:creationId xmlns:a16="http://schemas.microsoft.com/office/drawing/2014/main" id="{E4AFF128-AC14-3EFB-3FBC-B59C97964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6421438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F7EF586-0A4B-2C6B-BDBF-A3E370F5E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4365625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58F76F4-274E-21B4-1AE7-5059506D2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8" y="4783138"/>
            <a:ext cx="1765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7F4BBBCF-BD3E-6C28-A7DE-B8953AFF9ED6}"/>
              </a:ext>
            </a:extLst>
          </p:cNvPr>
          <p:cNvGrpSpPr>
            <a:grpSpLocks/>
          </p:cNvGrpSpPr>
          <p:nvPr/>
        </p:nvGrpSpPr>
        <p:grpSpPr bwMode="auto">
          <a:xfrm>
            <a:off x="5221288" y="4575175"/>
            <a:ext cx="962025" cy="503238"/>
            <a:chOff x="4631822" y="2590576"/>
            <a:chExt cx="1127932" cy="733738"/>
          </a:xfrm>
        </p:grpSpPr>
        <p:cxnSp>
          <p:nvCxnSpPr>
            <p:cNvPr id="96" name="直線接點 95">
              <a:extLst>
                <a:ext uri="{FF2B5EF4-FFF2-40B4-BE49-F238E27FC236}">
                  <a16:creationId xmlns:a16="http://schemas.microsoft.com/office/drawing/2014/main" id="{B5A4A04D-858A-E6D3-697F-11FED6965600}"/>
                </a:ext>
              </a:extLst>
            </p:cNvPr>
            <p:cNvCxnSpPr/>
            <p:nvPr/>
          </p:nvCxnSpPr>
          <p:spPr>
            <a:xfrm flipV="1">
              <a:off x="4830978" y="2923883"/>
              <a:ext cx="928776" cy="694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弧形 96">
              <a:extLst>
                <a:ext uri="{FF2B5EF4-FFF2-40B4-BE49-F238E27FC236}">
                  <a16:creationId xmlns:a16="http://schemas.microsoft.com/office/drawing/2014/main" id="{BBF8F8B2-5E23-AF4E-2FEF-16324729D2E5}"/>
                </a:ext>
              </a:extLst>
            </p:cNvPr>
            <p:cNvSpPr/>
            <p:nvPr/>
          </p:nvSpPr>
          <p:spPr>
            <a:xfrm>
              <a:off x="4631822" y="2590576"/>
              <a:ext cx="204740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600">
                <a:solidFill>
                  <a:srgbClr val="0000FF"/>
                </a:solidFill>
              </a:endParaRPr>
            </a:p>
          </p:txBody>
        </p:sp>
      </p:grpSp>
      <p:sp>
        <p:nvSpPr>
          <p:cNvPr id="99" name="矩形 98">
            <a:extLst>
              <a:ext uri="{FF2B5EF4-FFF2-40B4-BE49-F238E27FC236}">
                <a16:creationId xmlns:a16="http://schemas.microsoft.com/office/drawing/2014/main" id="{C742E5EF-2A0D-FBE8-3DAB-0C3C92EDB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388" y="4445000"/>
            <a:ext cx="481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A3613CDF-C13B-D46F-018E-3C78B6BCB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5" y="5053013"/>
            <a:ext cx="66516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5912EFAC-593E-1D7A-EF39-1B83B5CC7737}"/>
              </a:ext>
            </a:extLst>
          </p:cNvPr>
          <p:cNvCxnSpPr/>
          <p:nvPr/>
        </p:nvCxnSpPr>
        <p:spPr>
          <a:xfrm flipV="1">
            <a:off x="5318125" y="5413375"/>
            <a:ext cx="881063" cy="111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>
            <a:extLst>
              <a:ext uri="{FF2B5EF4-FFF2-40B4-BE49-F238E27FC236}">
                <a16:creationId xmlns:a16="http://schemas.microsoft.com/office/drawing/2014/main" id="{A8215452-FDF0-C557-9C8E-9BEB4DBB5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088" y="5375275"/>
            <a:ext cx="649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B31D1A7-267F-F53B-5917-41A2515AF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5643563"/>
            <a:ext cx="744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9B5DD51E-09BC-E7C8-59BB-791E4D48EC7D}"/>
              </a:ext>
            </a:extLst>
          </p:cNvPr>
          <p:cNvCxnSpPr/>
          <p:nvPr/>
        </p:nvCxnSpPr>
        <p:spPr>
          <a:xfrm flipV="1">
            <a:off x="5294313" y="5961063"/>
            <a:ext cx="879475" cy="111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77FDE530-C0A4-A608-FD8C-2A228F2A8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957888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9E8E2A1-585F-D900-1214-4DA17F5E3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4445000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6" grpId="0"/>
      <p:bldP spid="10257" grpId="0"/>
      <p:bldP spid="10258" grpId="0"/>
      <p:bldP spid="10259" grpId="0"/>
      <p:bldP spid="10260" grpId="0"/>
      <p:bldP spid="10261" grpId="0"/>
      <p:bldP spid="10262" grpId="0"/>
      <p:bldP spid="18" grpId="0"/>
      <p:bldP spid="19" grpId="0"/>
      <p:bldP spid="23" grpId="0"/>
      <p:bldP spid="25" grpId="0"/>
      <p:bldP spid="27" grpId="0"/>
      <p:bldP spid="28" grpId="0"/>
      <p:bldP spid="30" grpId="0"/>
      <p:bldP spid="70" grpId="0"/>
      <p:bldP spid="32" grpId="0"/>
      <p:bldP spid="34" grpId="0"/>
      <p:bldP spid="35" grpId="0"/>
      <p:bldP spid="36" grpId="0"/>
      <p:bldP spid="38" grpId="0"/>
      <p:bldP spid="39" grpId="0"/>
      <p:bldP spid="41" grpId="0"/>
      <p:bldP spid="78" grpId="0"/>
      <p:bldP spid="82" grpId="0"/>
      <p:bldP spid="83" grpId="0"/>
      <p:bldP spid="84" grpId="0"/>
      <p:bldP spid="86" grpId="0"/>
      <p:bldP spid="87" grpId="0"/>
      <p:bldP spid="89" grpId="0"/>
      <p:bldP spid="90" grpId="0"/>
      <p:bldP spid="92" grpId="0"/>
      <p:bldP spid="93" grpId="0"/>
      <p:bldP spid="94" grpId="0"/>
      <p:bldP spid="99" grpId="0"/>
      <p:bldP spid="100" grpId="0"/>
      <p:bldP spid="102" grpId="0"/>
      <p:bldP spid="103" grpId="0"/>
      <p:bldP spid="105" grpId="0"/>
      <p:bldP spid="1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5">
            <a:extLst>
              <a:ext uri="{FF2B5EF4-FFF2-40B4-BE49-F238E27FC236}">
                <a16:creationId xmlns:a16="http://schemas.microsoft.com/office/drawing/2014/main" id="{6FF7F756-3DF1-0248-D65A-0FD54259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4339" name="Text Box 19">
            <a:extLst>
              <a:ext uri="{FF2B5EF4-FFF2-40B4-BE49-F238E27FC236}">
                <a16:creationId xmlns:a16="http://schemas.microsoft.com/office/drawing/2014/main" id="{3CE04B5B-5942-F831-787E-119E3AAE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561975"/>
            <a:ext cx="157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10250" name="矩形 2">
            <a:extLst>
              <a:ext uri="{FF2B5EF4-FFF2-40B4-BE49-F238E27FC236}">
                <a16:creationId xmlns:a16="http://schemas.microsoft.com/office/drawing/2014/main" id="{8597F1BE-21F0-B045-406C-C4E2F375C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8569325" cy="10779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3200" b="1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  <a:sym typeface="Arial" charset="0"/>
              </a:rPr>
              <a:t>二、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  <a:sym typeface="Arial" charset="0"/>
              </a:rPr>
              <a:t>先記錄問題</a:t>
            </a:r>
            <a:r>
              <a:rPr lang="zh-TW" altLang="en-US" sz="3200" b="1" kern="1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Arial" charset="0"/>
              </a:rPr>
              <a:t>，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  <a:sym typeface="Arial" charset="0"/>
              </a:rPr>
              <a:t>再用直式算算看</a:t>
            </a:r>
            <a:r>
              <a:rPr lang="zh-TW" altLang="zh-TW" sz="3200" b="1" kern="100" dirty="0">
                <a:ea typeface="標楷體"/>
                <a:cs typeface="Times New Roman"/>
              </a:rPr>
              <a:t>。</a:t>
            </a:r>
            <a:endParaRPr lang="zh-TW" altLang="zh-TW" sz="3200" b="1" dirty="0">
              <a:solidFill>
                <a:srgbClr val="000000"/>
              </a:solidFill>
              <a:latin typeface="標楷體" pitchFamily="65" charset="-120"/>
              <a:ea typeface="標楷體" pitchFamily="65" charset="-120"/>
              <a:cs typeface="Times New Roman" pitchFamily="18" charset="0"/>
              <a:sym typeface="Arial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9BF0EB-CC62-D499-452C-C1249CA771DF}"/>
              </a:ext>
            </a:extLst>
          </p:cNvPr>
          <p:cNvSpPr/>
          <p:nvPr/>
        </p:nvSpPr>
        <p:spPr>
          <a:xfrm>
            <a:off x="539750" y="2403475"/>
            <a:ext cx="8280400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1463" indent="-271463" algn="just" eaLnBrk="1" hangingPunct="1">
              <a:defRPr/>
            </a:pPr>
            <a:r>
              <a:rPr lang="en-US" altLang="zh-TW" sz="2800" kern="100" dirty="0">
                <a:latin typeface="Times New Roman"/>
                <a:ea typeface="細明體"/>
              </a:rPr>
              <a:t>1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.</a:t>
            </a:r>
            <a:r>
              <a:rPr lang="zh-TW" altLang="zh-TW" sz="2800" kern="100" dirty="0">
                <a:ea typeface="書法中楷（破音二）"/>
                <a:cs typeface="Times New Roman"/>
              </a:rPr>
              <a:t>一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束玫瑰花有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15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朵</a:t>
            </a:r>
            <a:r>
              <a:rPr lang="zh-TW" altLang="zh-TW" sz="2800" kern="100" dirty="0">
                <a:ea typeface="標楷體"/>
                <a:cs typeface="Times New Roman"/>
              </a:rPr>
              <a:t>，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學校辦活動買了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9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束</a:t>
            </a:r>
            <a:r>
              <a:rPr lang="zh-TW" altLang="zh-TW" sz="2800" kern="100" dirty="0">
                <a:ea typeface="標楷體"/>
                <a:cs typeface="Times New Roman"/>
              </a:rPr>
              <a:t>，</a:t>
            </a:r>
            <a:r>
              <a:rPr lang="zh-TW" altLang="zh-TW" sz="2800" kern="100" dirty="0">
                <a:ea typeface="書法中楷（破音二）"/>
                <a:cs typeface="Times New Roman"/>
              </a:rPr>
              <a:t>一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共是買了</a:t>
            </a:r>
            <a:r>
              <a:rPr lang="zh-TW" altLang="zh-TW" sz="2800" kern="100" dirty="0">
                <a:ea typeface="書法中楷（破音二）"/>
                <a:cs typeface="Times New Roman"/>
              </a:rPr>
              <a:t>幾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朵玫瑰花</a:t>
            </a:r>
            <a:r>
              <a:rPr lang="zh-TW" altLang="zh-TW" sz="2800" kern="100" dirty="0">
                <a:ea typeface="標楷體"/>
                <a:cs typeface="Times New Roman"/>
              </a:rPr>
              <a:t>？</a:t>
            </a:r>
            <a:endParaRPr lang="zh-TW" altLang="en-US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AB6CC2-ED41-A5D3-163A-82DC029DB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3" y="3551238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TW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2A7A96-329D-9021-89CF-879A8FB46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732463"/>
            <a:ext cx="180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答</a:t>
            </a: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135</a:t>
            </a:r>
            <a:r>
              <a:rPr lang="zh-TW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朵</a:t>
            </a:r>
            <a:endParaRPr lang="zh-TW" altLang="zh-TW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508513-BF77-A5C8-5359-E8E5E36C7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07670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004DC9-284F-EFE0-D472-5BF1C08CF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225" y="4456113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F8E6B2B-8536-BAA1-60AF-17E752E90786}"/>
              </a:ext>
            </a:extLst>
          </p:cNvPr>
          <p:cNvCxnSpPr/>
          <p:nvPr/>
        </p:nvCxnSpPr>
        <p:spPr>
          <a:xfrm flipV="1">
            <a:off x="3354388" y="4849813"/>
            <a:ext cx="102076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9D2CD480-25AE-4F00-091F-BA2B2F5F8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85457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135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392790-FA5B-B21C-977A-137E84CDC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554413"/>
            <a:ext cx="723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9" grpId="0"/>
      <p:bldP spid="11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5">
            <a:extLst>
              <a:ext uri="{FF2B5EF4-FFF2-40B4-BE49-F238E27FC236}">
                <a16:creationId xmlns:a16="http://schemas.microsoft.com/office/drawing/2014/main" id="{970DCE67-A694-A31F-3B85-0EAFCD3E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5363" name="Text Box 19">
            <a:extLst>
              <a:ext uri="{FF2B5EF4-FFF2-40B4-BE49-F238E27FC236}">
                <a16:creationId xmlns:a16="http://schemas.microsoft.com/office/drawing/2014/main" id="{2AC39329-E321-CCD8-26A4-85C8078B1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561975"/>
            <a:ext cx="157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8FAA9D-DCBE-CDEA-0D2C-E43E08F8F536}"/>
              </a:ext>
            </a:extLst>
          </p:cNvPr>
          <p:cNvSpPr/>
          <p:nvPr/>
        </p:nvSpPr>
        <p:spPr>
          <a:xfrm>
            <a:off x="539750" y="2403475"/>
            <a:ext cx="7777163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1463" indent="-271463" algn="just" eaLnBrk="1" hangingPunct="1">
              <a:defRPr/>
            </a:pPr>
            <a:r>
              <a:rPr lang="en-US" altLang="zh-TW" sz="2800" kern="100" dirty="0">
                <a:latin typeface="Times New Roman"/>
                <a:ea typeface="新細明體"/>
              </a:rPr>
              <a:t>2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.</a:t>
            </a:r>
            <a:r>
              <a:rPr lang="zh-TW" altLang="zh-TW" sz="2800" kern="100" dirty="0">
                <a:ea typeface="書法中楷（破音二）"/>
                <a:cs typeface="Times New Roman"/>
              </a:rPr>
              <a:t>一</a:t>
            </a:r>
            <a:r>
              <a:rPr lang="zh-TW" altLang="en-US" sz="2800" kern="1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/>
              </a:rPr>
              <a:t>份</a:t>
            </a:r>
            <a:r>
              <a:rPr lang="zh-TW" altLang="zh-TW" sz="2800" kern="100" dirty="0">
                <a:latin typeface="Times New Roman"/>
                <a:ea typeface="書法中楷（注音一）"/>
                <a:cs typeface="Times New Roman"/>
              </a:rPr>
              <a:t>香雞飯套餐</a:t>
            </a:r>
            <a:r>
              <a:rPr lang="zh-TW" altLang="en-US" sz="2800" kern="100" dirty="0">
                <a:latin typeface="Times New Roman"/>
                <a:ea typeface="書法中楷（注音一）"/>
                <a:cs typeface="Times New Roman"/>
              </a:rPr>
              <a:t>賣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116</a:t>
            </a:r>
            <a:r>
              <a:rPr lang="zh-TW" altLang="zh-TW" sz="2800" kern="100" dirty="0">
                <a:latin typeface="Times New Roman"/>
                <a:ea typeface="書法中楷（注音一）"/>
                <a:cs typeface="Times New Roman"/>
              </a:rPr>
              <a:t>元</a:t>
            </a:r>
            <a:r>
              <a:rPr lang="zh-TW" altLang="zh-TW" sz="2800" kern="100" dirty="0">
                <a:ea typeface="標楷體"/>
                <a:cs typeface="Times New Roman"/>
              </a:rPr>
              <a:t>，</a:t>
            </a:r>
            <a:r>
              <a:rPr lang="zh-TW" altLang="zh-TW" sz="2800" u="sng" kern="100" dirty="0">
                <a:latin typeface="Times New Roman"/>
                <a:ea typeface="書法中楷（注音一）"/>
                <a:cs typeface="Times New Roman"/>
              </a:rPr>
              <a:t>昇福</a:t>
            </a:r>
            <a:r>
              <a:rPr lang="zh-TW" altLang="zh-TW" sz="2800" kern="100" dirty="0">
                <a:latin typeface="Times New Roman"/>
                <a:ea typeface="書法中楷（注音一）"/>
                <a:cs typeface="Times New Roman"/>
              </a:rPr>
              <a:t>買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5</a:t>
            </a:r>
            <a:r>
              <a:rPr lang="zh-TW" altLang="en-US" sz="2800" kern="1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/>
              </a:rPr>
              <a:t>份</a:t>
            </a:r>
            <a:r>
              <a:rPr lang="zh-TW" altLang="zh-TW" sz="2800" kern="100" dirty="0">
                <a:ea typeface="標楷體"/>
                <a:cs typeface="Times New Roman"/>
              </a:rPr>
              <a:t>，</a:t>
            </a:r>
            <a:r>
              <a:rPr lang="zh-TW" altLang="zh-TW" sz="2800" kern="100" dirty="0">
                <a:ea typeface="書法中楷（破音二）"/>
                <a:cs typeface="Times New Roman"/>
              </a:rPr>
              <a:t>一</a:t>
            </a:r>
            <a:r>
              <a:rPr lang="zh-TW" altLang="zh-TW" sz="2800" kern="100" dirty="0">
                <a:latin typeface="Times New Roman"/>
                <a:ea typeface="書法中楷（注音一）"/>
                <a:cs typeface="Times New Roman"/>
              </a:rPr>
              <a:t>共要付多少元</a:t>
            </a:r>
            <a:r>
              <a:rPr lang="zh-TW" altLang="zh-TW" sz="2800" kern="100" dirty="0">
                <a:ea typeface="標楷體"/>
                <a:cs typeface="Times New Roman"/>
              </a:rPr>
              <a:t>？</a:t>
            </a:r>
            <a:endParaRPr lang="zh-TW" altLang="en-US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2D8D07-0809-373A-CB0D-351F27DEBEA8}"/>
              </a:ext>
            </a:extLst>
          </p:cNvPr>
          <p:cNvSpPr/>
          <p:nvPr/>
        </p:nvSpPr>
        <p:spPr>
          <a:xfrm>
            <a:off x="957263" y="3552825"/>
            <a:ext cx="142875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116</a:t>
            </a:r>
            <a:r>
              <a:rPr lang="zh-TW" altLang="zh-TW" sz="28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新細明體"/>
              </a:rPr>
              <a:t>×</a:t>
            </a: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5</a:t>
            </a:r>
            <a:r>
              <a:rPr lang="zh-TW" altLang="zh-TW" sz="2800" kern="100" dirty="0">
                <a:solidFill>
                  <a:srgbClr val="FF0000"/>
                </a:solidFill>
                <a:ea typeface="標楷體"/>
                <a:cs typeface="新細明體"/>
              </a:rPr>
              <a:t>＝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8E2634-7AAD-17C0-9CD5-64154EA6C4DC}"/>
              </a:ext>
            </a:extLst>
          </p:cNvPr>
          <p:cNvSpPr/>
          <p:nvPr/>
        </p:nvSpPr>
        <p:spPr>
          <a:xfrm>
            <a:off x="6629400" y="5780088"/>
            <a:ext cx="2273300" cy="5381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zh-TW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答</a:t>
            </a:r>
            <a:r>
              <a:rPr lang="zh-TW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580</a:t>
            </a:r>
            <a:r>
              <a:rPr lang="zh-TW" altLang="zh-TW" sz="28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  <a:endParaRPr lang="zh-TW" altLang="zh-TW" sz="2800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CA8689-557B-1CF8-FA35-EF491524E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06082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116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510E3B-DED8-25E1-2F72-28E84CC9E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225" y="4440238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26AAAA46-A6B2-146E-C35F-AC79D07B0D9B}"/>
              </a:ext>
            </a:extLst>
          </p:cNvPr>
          <p:cNvCxnSpPr/>
          <p:nvPr/>
        </p:nvCxnSpPr>
        <p:spPr>
          <a:xfrm flipV="1">
            <a:off x="3354388" y="4833938"/>
            <a:ext cx="102076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4C5910AF-3545-AEE3-995E-B25D1F314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83870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580</a:t>
            </a:r>
            <a:endParaRPr lang="zh-TW" altLang="en-US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8EDA23-02CB-AC1E-7559-2AE8ACE0BE91}"/>
              </a:ext>
            </a:extLst>
          </p:cNvPr>
          <p:cNvSpPr/>
          <p:nvPr/>
        </p:nvSpPr>
        <p:spPr>
          <a:xfrm>
            <a:off x="2195513" y="3571875"/>
            <a:ext cx="72390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580</a:t>
            </a:r>
          </a:p>
        </p:txBody>
      </p:sp>
      <p:sp>
        <p:nvSpPr>
          <p:cNvPr id="14" name="矩形 2">
            <a:extLst>
              <a:ext uri="{FF2B5EF4-FFF2-40B4-BE49-F238E27FC236}">
                <a16:creationId xmlns:a16="http://schemas.microsoft.com/office/drawing/2014/main" id="{32C60E64-3246-7E28-DA04-3A847E408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8569325" cy="10779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3200" b="1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  <a:sym typeface="Arial" charset="0"/>
              </a:rPr>
              <a:t>二、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  <a:sym typeface="Arial" charset="0"/>
              </a:rPr>
              <a:t>先記錄問題</a:t>
            </a:r>
            <a:r>
              <a:rPr lang="zh-TW" altLang="en-US" sz="3200" b="1" kern="1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Arial" charset="0"/>
              </a:rPr>
              <a:t>，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  <a:sym typeface="Arial" charset="0"/>
              </a:rPr>
              <a:t>再用直式算算看</a:t>
            </a:r>
            <a:r>
              <a:rPr lang="zh-TW" altLang="zh-TW" sz="3200" b="1" kern="100" dirty="0">
                <a:ea typeface="標楷體"/>
                <a:cs typeface="Times New Roman"/>
              </a:rPr>
              <a:t>。</a:t>
            </a:r>
            <a:endParaRPr lang="zh-TW" altLang="zh-TW" sz="3200" b="1" dirty="0">
              <a:solidFill>
                <a:srgbClr val="000000"/>
              </a:solidFill>
              <a:latin typeface="標楷體" pitchFamily="65" charset="-120"/>
              <a:ea typeface="標楷體" pitchFamily="65" charset="-120"/>
              <a:cs typeface="Times New Roman" pitchFamily="18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9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5">
            <a:extLst>
              <a:ext uri="{FF2B5EF4-FFF2-40B4-BE49-F238E27FC236}">
                <a16:creationId xmlns:a16="http://schemas.microsoft.com/office/drawing/2014/main" id="{8D72CD57-686A-B0BF-E530-9F7A20A8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6387" name="Text Box 19">
            <a:extLst>
              <a:ext uri="{FF2B5EF4-FFF2-40B4-BE49-F238E27FC236}">
                <a16:creationId xmlns:a16="http://schemas.microsoft.com/office/drawing/2014/main" id="{B09399AA-0317-AE51-B902-B44F985FC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561975"/>
            <a:ext cx="157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46A6E5-F388-69FF-267E-F7F2134B2823}"/>
              </a:ext>
            </a:extLst>
          </p:cNvPr>
          <p:cNvSpPr/>
          <p:nvPr/>
        </p:nvSpPr>
        <p:spPr>
          <a:xfrm>
            <a:off x="539750" y="2403475"/>
            <a:ext cx="8280400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1463" indent="-271463" algn="just" eaLnBrk="1" hangingPunct="1">
              <a:defRPr/>
            </a:pPr>
            <a:r>
              <a:rPr lang="en-US" altLang="zh-TW" sz="2800" kern="100" dirty="0">
                <a:latin typeface="Times New Roman"/>
                <a:ea typeface="標楷體"/>
              </a:rPr>
              <a:t>3.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有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98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個麵包</a:t>
            </a:r>
            <a:r>
              <a:rPr lang="zh-TW" altLang="zh-TW" sz="2800" kern="100" dirty="0">
                <a:ea typeface="標楷體"/>
                <a:cs typeface="細明體"/>
              </a:rPr>
              <a:t>，</a:t>
            </a:r>
            <a:r>
              <a:rPr lang="zh-TW" altLang="zh-TW" sz="2800" kern="100" dirty="0">
                <a:ea typeface="書法中楷（注音一）"/>
                <a:cs typeface="書法中楷（破音三）"/>
              </a:rPr>
              <a:t>每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7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個裝成</a:t>
            </a:r>
            <a:r>
              <a:rPr lang="zh-TW" altLang="zh-TW" sz="2800" kern="100" dirty="0">
                <a:ea typeface="書法中楷（破音三）"/>
                <a:cs typeface="Times New Roman"/>
              </a:rPr>
              <a:t>一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盒</a:t>
            </a:r>
            <a:r>
              <a:rPr lang="zh-TW" altLang="zh-TW" sz="2800" kern="100" dirty="0">
                <a:ea typeface="標楷體"/>
                <a:cs typeface="細明體"/>
              </a:rPr>
              <a:t>，</a:t>
            </a:r>
            <a:r>
              <a:rPr lang="zh-TW" altLang="zh-TW" sz="2800" kern="100" dirty="0">
                <a:ea typeface="書法中楷（注音一）"/>
                <a:cs typeface="書法中楷（破音三）"/>
              </a:rPr>
              <a:t>最多可以裝成</a:t>
            </a:r>
            <a:r>
              <a:rPr lang="zh-TW" altLang="zh-TW" sz="2800" kern="100" dirty="0">
                <a:ea typeface="書法中楷（破音二）"/>
                <a:cs typeface="書法中楷（破音三）"/>
              </a:rPr>
              <a:t>幾</a:t>
            </a:r>
            <a:r>
              <a:rPr lang="zh-TW" altLang="zh-TW" sz="2800" kern="100" dirty="0">
                <a:ea typeface="書法中楷（注音一）"/>
                <a:cs typeface="書法中楷（破音三）"/>
              </a:rPr>
              <a:t>盒</a:t>
            </a:r>
            <a:r>
              <a:rPr lang="zh-TW" altLang="zh-TW" sz="2800" kern="100" dirty="0">
                <a:ea typeface="標楷體"/>
                <a:cs typeface="細明體"/>
              </a:rPr>
              <a:t>？</a:t>
            </a:r>
            <a:endParaRPr lang="zh-TW" altLang="en-US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B820C8-8245-317E-8CD6-DACE9683B175}"/>
              </a:ext>
            </a:extLst>
          </p:cNvPr>
          <p:cNvSpPr/>
          <p:nvPr/>
        </p:nvSpPr>
        <p:spPr>
          <a:xfrm>
            <a:off x="957263" y="3544888"/>
            <a:ext cx="1262062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98</a:t>
            </a:r>
            <a:r>
              <a:rPr lang="zh-TW" altLang="zh-TW" sz="28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新細明體"/>
              </a:rPr>
              <a:t>÷</a:t>
            </a: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7</a:t>
            </a:r>
            <a:r>
              <a:rPr lang="zh-TW" altLang="zh-TW" sz="2800" kern="100" dirty="0">
                <a:solidFill>
                  <a:srgbClr val="FF0000"/>
                </a:solidFill>
                <a:ea typeface="標楷體"/>
                <a:cs typeface="新細明體"/>
              </a:rPr>
              <a:t>＝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A289EF-ED5D-FA44-8F88-08CFB6C94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732463"/>
            <a:ext cx="1620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答</a:t>
            </a: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盒</a:t>
            </a:r>
            <a:endParaRPr lang="zh-TW" altLang="zh-TW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9378DE-1D66-3733-CBED-3755981FC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159250"/>
            <a:ext cx="158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757D0F8-7EE0-87C6-8060-7E1E762378B4}"/>
              </a:ext>
            </a:extLst>
          </p:cNvPr>
          <p:cNvGrpSpPr>
            <a:grpSpLocks/>
          </p:cNvGrpSpPr>
          <p:nvPr/>
        </p:nvGrpSpPr>
        <p:grpSpPr bwMode="auto">
          <a:xfrm>
            <a:off x="4022725" y="3959225"/>
            <a:ext cx="962025" cy="503238"/>
            <a:chOff x="4721419" y="2602341"/>
            <a:chExt cx="1127932" cy="733738"/>
          </a:xfrm>
        </p:grpSpPr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A0A903B4-421E-7C48-D0FE-CFC38E13D635}"/>
                </a:ext>
              </a:extLst>
            </p:cNvPr>
            <p:cNvCxnSpPr/>
            <p:nvPr/>
          </p:nvCxnSpPr>
          <p:spPr>
            <a:xfrm flipV="1">
              <a:off x="4920576" y="2935648"/>
              <a:ext cx="928775" cy="694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8FEFBDA4-A96C-366D-A595-EAD436938FF3}"/>
                </a:ext>
              </a:extLst>
            </p:cNvPr>
            <p:cNvSpPr/>
            <p:nvPr/>
          </p:nvSpPr>
          <p:spPr>
            <a:xfrm>
              <a:off x="4721419" y="2602341"/>
              <a:ext cx="204740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600">
                <a:solidFill>
                  <a:srgbClr val="0000FF"/>
                </a:solidFill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79AA9062-D026-B4B3-6512-78C2160EB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950" y="3811588"/>
            <a:ext cx="48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394" name="矩形 12">
            <a:extLst>
              <a:ext uri="{FF2B5EF4-FFF2-40B4-BE49-F238E27FC236}">
                <a16:creationId xmlns:a16="http://schemas.microsoft.com/office/drawing/2014/main" id="{886EF5B3-6395-A326-F286-A4D481E0F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3829050"/>
            <a:ext cx="481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TW" sz="2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B3C567-4D8A-1CE6-F221-2117A2D5E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463" y="4429125"/>
            <a:ext cx="665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E827A32-D60B-72EE-4D63-9C441402B8C0}"/>
              </a:ext>
            </a:extLst>
          </p:cNvPr>
          <p:cNvCxnSpPr/>
          <p:nvPr/>
        </p:nvCxnSpPr>
        <p:spPr>
          <a:xfrm flipV="1">
            <a:off x="4043363" y="4789488"/>
            <a:ext cx="879475" cy="111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4D9455B-6A25-1696-DDB6-A6A10F217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275" y="4749800"/>
            <a:ext cx="647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DA8A2D-60D2-5EC4-226C-FBE7841D7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8" y="5018088"/>
            <a:ext cx="744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0CDCD6ED-6511-16D8-2191-0E5152B5BF20}"/>
              </a:ext>
            </a:extLst>
          </p:cNvPr>
          <p:cNvCxnSpPr/>
          <p:nvPr/>
        </p:nvCxnSpPr>
        <p:spPr>
          <a:xfrm flipV="1">
            <a:off x="4019550" y="5337175"/>
            <a:ext cx="879475" cy="111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70F37E4A-076A-C28E-F112-C3D4A28FA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5332413"/>
            <a:ext cx="481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8E20A0-284D-A305-5008-03FC54C24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9738" y="3811588"/>
            <a:ext cx="481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EF377E-3B51-8C9E-F61F-07DD15423F0E}"/>
              </a:ext>
            </a:extLst>
          </p:cNvPr>
          <p:cNvSpPr/>
          <p:nvPr/>
        </p:nvSpPr>
        <p:spPr>
          <a:xfrm>
            <a:off x="2057400" y="3567113"/>
            <a:ext cx="542925" cy="522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14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">
            <a:extLst>
              <a:ext uri="{FF2B5EF4-FFF2-40B4-BE49-F238E27FC236}">
                <a16:creationId xmlns:a16="http://schemas.microsoft.com/office/drawing/2014/main" id="{F78436BD-8B48-C8C4-B0E0-024E000BE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8569325" cy="10779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3200" b="1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  <a:sym typeface="Arial" charset="0"/>
              </a:rPr>
              <a:t>二、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  <a:sym typeface="Arial" charset="0"/>
              </a:rPr>
              <a:t>先記錄問題</a:t>
            </a:r>
            <a:r>
              <a:rPr lang="zh-TW" altLang="en-US" sz="3200" b="1" kern="1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Arial" charset="0"/>
              </a:rPr>
              <a:t>，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  <a:sym typeface="Arial" charset="0"/>
              </a:rPr>
              <a:t>再用直式算算看</a:t>
            </a:r>
            <a:r>
              <a:rPr lang="zh-TW" altLang="zh-TW" sz="3200" b="1" kern="100" dirty="0">
                <a:ea typeface="標楷體"/>
                <a:cs typeface="Times New Roman"/>
              </a:rPr>
              <a:t>。</a:t>
            </a:r>
            <a:endParaRPr lang="zh-TW" altLang="zh-TW" sz="3200" b="1" dirty="0">
              <a:solidFill>
                <a:srgbClr val="000000"/>
              </a:solidFill>
              <a:latin typeface="標楷體" pitchFamily="65" charset="-120"/>
              <a:ea typeface="標楷體" pitchFamily="65" charset="-120"/>
              <a:cs typeface="Times New Roman" pitchFamily="18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12" grpId="0"/>
      <p:bldP spid="14" grpId="0"/>
      <p:bldP spid="16" grpId="0"/>
      <p:bldP spid="17" grpId="0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5">
            <a:extLst>
              <a:ext uri="{FF2B5EF4-FFF2-40B4-BE49-F238E27FC236}">
                <a16:creationId xmlns:a16="http://schemas.microsoft.com/office/drawing/2014/main" id="{536ADED4-BD31-B49B-0C8D-07AED9D4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7411" name="Text Box 19">
            <a:extLst>
              <a:ext uri="{FF2B5EF4-FFF2-40B4-BE49-F238E27FC236}">
                <a16:creationId xmlns:a16="http://schemas.microsoft.com/office/drawing/2014/main" id="{FD935CF0-063D-CA5A-DC93-0A26406C9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561975"/>
            <a:ext cx="157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82F83D-0C48-87D0-5FFD-E7B2F0268403}"/>
              </a:ext>
            </a:extLst>
          </p:cNvPr>
          <p:cNvSpPr/>
          <p:nvPr/>
        </p:nvSpPr>
        <p:spPr>
          <a:xfrm>
            <a:off x="539750" y="2405063"/>
            <a:ext cx="8280400" cy="1384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1463" indent="-271463" algn="just" eaLnBrk="1" hangingPunct="1">
              <a:defRPr/>
            </a:pPr>
            <a:r>
              <a:rPr lang="en-US" altLang="zh-TW" sz="2800" kern="100" dirty="0">
                <a:latin typeface="Times New Roman"/>
                <a:ea typeface="標楷體"/>
              </a:rPr>
              <a:t>4.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水果店買了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230</a:t>
            </a:r>
            <a:r>
              <a:rPr lang="zh-TW" altLang="en-US" sz="2800" kern="100" dirty="0">
                <a:ea typeface="書法中楷（注音一）"/>
                <a:cs typeface="Times New Roman"/>
              </a:rPr>
              <a:t>個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蘋果</a:t>
            </a:r>
            <a:r>
              <a:rPr lang="zh-TW" altLang="zh-TW" sz="2800" kern="100" dirty="0">
                <a:ea typeface="標楷體"/>
                <a:cs typeface="Times New Roman"/>
              </a:rPr>
              <a:t>，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每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8</a:t>
            </a:r>
            <a:r>
              <a:rPr lang="zh-TW" altLang="en-US" sz="2800" kern="100" dirty="0">
                <a:ea typeface="書法中楷（注音一）"/>
                <a:cs typeface="Times New Roman"/>
              </a:rPr>
              <a:t>個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裝成</a:t>
            </a:r>
            <a:r>
              <a:rPr lang="zh-TW" altLang="zh-TW" sz="2800" kern="100" dirty="0">
                <a:ea typeface="書法中楷（破音三）"/>
                <a:cs typeface="Times New Roman"/>
              </a:rPr>
              <a:t>一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盒</a:t>
            </a:r>
            <a:r>
              <a:rPr lang="zh-TW" altLang="zh-TW" sz="2800" kern="100" dirty="0">
                <a:ea typeface="標楷體"/>
                <a:cs typeface="Times New Roman"/>
              </a:rPr>
              <a:t>，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最多可以裝成</a:t>
            </a:r>
            <a:r>
              <a:rPr lang="zh-TW" altLang="zh-TW" sz="2800" kern="100" dirty="0">
                <a:ea typeface="書法中楷（破音二）"/>
                <a:cs typeface="Times New Roman"/>
              </a:rPr>
              <a:t>幾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盒</a:t>
            </a:r>
            <a:r>
              <a:rPr lang="zh-TW" altLang="zh-TW" sz="2800" kern="100" dirty="0">
                <a:ea typeface="標楷體"/>
                <a:cs typeface="Times New Roman"/>
              </a:rPr>
              <a:t>？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還剩下</a:t>
            </a:r>
            <a:r>
              <a:rPr lang="zh-TW" altLang="zh-TW" sz="2800" kern="100" dirty="0">
                <a:ea typeface="書法中楷（破音二）"/>
                <a:cs typeface="Times New Roman"/>
              </a:rPr>
              <a:t>幾</a:t>
            </a:r>
            <a:r>
              <a:rPr lang="zh-TW" altLang="en-US" sz="2800" kern="100" dirty="0">
                <a:ea typeface="書法中楷（注音一）"/>
                <a:cs typeface="Times New Roman"/>
              </a:rPr>
              <a:t>個</a:t>
            </a:r>
            <a:r>
              <a:rPr lang="zh-TW" altLang="zh-TW" sz="2800" kern="100" dirty="0">
                <a:ea typeface="書法中楷（注音一）"/>
                <a:cs typeface="Times New Roman"/>
              </a:rPr>
              <a:t>蘋果</a:t>
            </a:r>
            <a:r>
              <a:rPr lang="zh-TW" altLang="zh-TW" sz="2800" kern="100" dirty="0">
                <a:ea typeface="標楷體"/>
                <a:cs typeface="Times New Roman"/>
              </a:rPr>
              <a:t>？</a:t>
            </a:r>
            <a:endParaRPr lang="zh-TW" altLang="en-US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7EF3CC-0DDE-220B-25A5-5F2287501466}"/>
              </a:ext>
            </a:extLst>
          </p:cNvPr>
          <p:cNvSpPr/>
          <p:nvPr/>
        </p:nvSpPr>
        <p:spPr>
          <a:xfrm>
            <a:off x="935038" y="3697288"/>
            <a:ext cx="144145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230</a:t>
            </a:r>
            <a:r>
              <a:rPr lang="zh-TW" altLang="zh-TW" sz="28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新細明體"/>
              </a:rPr>
              <a:t>÷</a:t>
            </a: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8</a:t>
            </a:r>
            <a:r>
              <a:rPr lang="zh-TW" altLang="zh-TW" sz="2800" kern="100" dirty="0">
                <a:solidFill>
                  <a:srgbClr val="FF0000"/>
                </a:solidFill>
                <a:ea typeface="標楷體"/>
                <a:cs typeface="新細明體"/>
              </a:rPr>
              <a:t>＝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3A852C-FD4B-A849-7ADB-4C711C2CD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4350" y="5732463"/>
            <a:ext cx="3236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盒，剩下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endParaRPr lang="zh-TW" altLang="zh-TW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16C932-3B0F-84F4-EF94-56C53CD82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870325"/>
            <a:ext cx="1766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E6C38621-FAC6-B8F0-53B4-00D540B3C644}"/>
              </a:ext>
            </a:extLst>
          </p:cNvPr>
          <p:cNvGrpSpPr>
            <a:grpSpLocks/>
          </p:cNvGrpSpPr>
          <p:nvPr/>
        </p:nvGrpSpPr>
        <p:grpSpPr bwMode="auto">
          <a:xfrm>
            <a:off x="4306888" y="3662363"/>
            <a:ext cx="962025" cy="504825"/>
            <a:chOff x="4631822" y="2590576"/>
            <a:chExt cx="1127932" cy="733738"/>
          </a:xfrm>
        </p:grpSpPr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56A9318D-26A5-931D-30F8-66012F7B9E75}"/>
                </a:ext>
              </a:extLst>
            </p:cNvPr>
            <p:cNvCxnSpPr/>
            <p:nvPr/>
          </p:nvCxnSpPr>
          <p:spPr>
            <a:xfrm flipV="1">
              <a:off x="4830978" y="2925141"/>
              <a:ext cx="928776" cy="46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5E02C9BB-F0E4-13F7-00D3-13DC5B266796}"/>
                </a:ext>
              </a:extLst>
            </p:cNvPr>
            <p:cNvSpPr/>
            <p:nvPr/>
          </p:nvSpPr>
          <p:spPr>
            <a:xfrm>
              <a:off x="4631822" y="2590576"/>
              <a:ext cx="204740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600">
                <a:solidFill>
                  <a:srgbClr val="0000FF"/>
                </a:solidFill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AB899738-176C-CAF4-F0A1-31807CF8D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988" y="3532188"/>
            <a:ext cx="48101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413749-28A7-6F4F-61CA-86B11F23E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4141788"/>
            <a:ext cx="663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64DBC0A3-A50F-76C0-D59D-AF40E7EAAE08}"/>
              </a:ext>
            </a:extLst>
          </p:cNvPr>
          <p:cNvCxnSpPr/>
          <p:nvPr/>
        </p:nvCxnSpPr>
        <p:spPr>
          <a:xfrm flipV="1">
            <a:off x="4403725" y="4502150"/>
            <a:ext cx="879475" cy="95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91AF3DA5-7D62-70EE-F24A-68A8E5610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88" y="4462463"/>
            <a:ext cx="647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AA3121-EB2C-E62C-428C-77BF2F997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200" y="4730750"/>
            <a:ext cx="744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8BACC768-19D0-A4AE-AB94-CEE955B5280F}"/>
              </a:ext>
            </a:extLst>
          </p:cNvPr>
          <p:cNvCxnSpPr/>
          <p:nvPr/>
        </p:nvCxnSpPr>
        <p:spPr>
          <a:xfrm flipV="1">
            <a:off x="4379913" y="5048250"/>
            <a:ext cx="879475" cy="111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FB1A184-B8C4-E727-CE9D-2E0803A7D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5045075"/>
            <a:ext cx="48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39859F4-92C8-B55F-8BAD-F4E56CAAB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950" y="3532188"/>
            <a:ext cx="4810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E605261-9213-3541-59A4-0730BF723F46}"/>
              </a:ext>
            </a:extLst>
          </p:cNvPr>
          <p:cNvSpPr/>
          <p:nvPr/>
        </p:nvSpPr>
        <p:spPr>
          <a:xfrm>
            <a:off x="2224088" y="3698875"/>
            <a:ext cx="108267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28</a:t>
            </a:r>
            <a:r>
              <a:rPr lang="zh-TW" altLang="zh-TW" sz="28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新細明體"/>
              </a:rPr>
              <a:t>…</a:t>
            </a: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6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id="{0DDDD568-9871-9F64-E538-F378DC2CE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8569325" cy="10779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3200" b="1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  <a:sym typeface="Arial" charset="0"/>
              </a:rPr>
              <a:t>二、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  <a:sym typeface="Arial" charset="0"/>
              </a:rPr>
              <a:t>先記錄問題</a:t>
            </a:r>
            <a:r>
              <a:rPr lang="zh-TW" altLang="en-US" sz="3200" b="1" kern="1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Arial" charset="0"/>
              </a:rPr>
              <a:t>，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  <a:sym typeface="Arial" charset="0"/>
              </a:rPr>
              <a:t>再用直式算算看</a:t>
            </a:r>
            <a:r>
              <a:rPr lang="zh-TW" altLang="zh-TW" sz="3200" b="1" kern="100" dirty="0">
                <a:ea typeface="標楷體"/>
                <a:cs typeface="Times New Roman"/>
              </a:rPr>
              <a:t>。</a:t>
            </a:r>
            <a:endParaRPr lang="zh-TW" altLang="zh-TW" sz="3200" b="1" dirty="0">
              <a:solidFill>
                <a:srgbClr val="000000"/>
              </a:solidFill>
              <a:latin typeface="標楷體" pitchFamily="65" charset="-120"/>
              <a:ea typeface="標楷體" pitchFamily="65" charset="-120"/>
              <a:cs typeface="Times New Roman" pitchFamily="18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9" grpId="0"/>
      <p:bldP spid="23" grpId="0"/>
      <p:bldP spid="24" grpId="0"/>
      <p:bldP spid="26" grpId="0"/>
      <p:bldP spid="27" grpId="0"/>
      <p:bldP spid="29" grpId="0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圖片 2">
            <a:extLst>
              <a:ext uri="{FF2B5EF4-FFF2-40B4-BE49-F238E27FC236}">
                <a16:creationId xmlns:a16="http://schemas.microsoft.com/office/drawing/2014/main" id="{1ADED63C-3666-8364-6A49-879614E9A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-3175"/>
            <a:ext cx="7132638" cy="679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矩形 3">
            <a:extLst>
              <a:ext uri="{FF2B5EF4-FFF2-40B4-BE49-F238E27FC236}">
                <a16:creationId xmlns:a16="http://schemas.microsoft.com/office/drawing/2014/main" id="{AE1F7664-48EB-49B9-703A-BB0B1A0A5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0"/>
            <a:ext cx="3646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6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乘法與除法</a:t>
            </a:r>
          </a:p>
        </p:txBody>
      </p:sp>
      <p:sp>
        <p:nvSpPr>
          <p:cNvPr id="18436" name="矩形 5">
            <a:extLst>
              <a:ext uri="{FF2B5EF4-FFF2-40B4-BE49-F238E27FC236}">
                <a16:creationId xmlns:a16="http://schemas.microsoft.com/office/drawing/2014/main" id="{0B78A44B-0D8C-C558-24EF-574128FA6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3" y="666750"/>
            <a:ext cx="32797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四人小隊來到了牧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場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體驗擠牛奶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擠好的牛奶可以做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540D33-5A9B-7B48-224F-D6F03252E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44450"/>
            <a:ext cx="19796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他們要做</a:t>
            </a:r>
            <a:r>
              <a:rPr lang="en-US" altLang="zh-TW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個布丁</a:t>
            </a:r>
            <a:r>
              <a:rPr lang="zh-TW" altLang="en-US"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需要多少毫升的牛奶</a:t>
            </a:r>
            <a:r>
              <a:rPr lang="zh-TW" altLang="en-US"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6DFB61-C8E3-9A94-CAE2-B288FDD9C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100" y="22225"/>
            <a:ext cx="49688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A05A292-93EB-4101-7034-6AC1BC9B2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438" y="1700213"/>
            <a:ext cx="1960562" cy="158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6509D2C-BCA0-DAF8-AF65-AC0221F3D5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3357563"/>
            <a:ext cx="1912937" cy="159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57F83A6-0035-F4C4-4B3A-534C74E057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988" y="5203825"/>
            <a:ext cx="1801812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489C584-1B4E-0F1B-833A-F2CEEF3FC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0425" y="962025"/>
            <a:ext cx="4127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24ED902-CF3F-BA85-88BB-60639E593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2565400"/>
            <a:ext cx="1008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FF"/>
                </a:solidFill>
              </a:rPr>
              <a:t>2000mL</a:t>
            </a:r>
            <a:endParaRPr lang="zh-TW" altLang="en-US" sz="1800">
              <a:solidFill>
                <a:srgbClr val="FF00FF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7ADD1AC-D8E8-678C-AB4F-9E9AA0C52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4221163"/>
            <a:ext cx="1008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FF"/>
                </a:solidFill>
              </a:rPr>
              <a:t>1000mL</a:t>
            </a:r>
            <a:endParaRPr lang="zh-TW" altLang="en-US" sz="1800">
              <a:solidFill>
                <a:srgbClr val="FF00FF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5E8801C-BBC5-046B-622B-AEC1683D1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6092825"/>
            <a:ext cx="1008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FF"/>
                </a:solidFill>
              </a:rPr>
              <a:t>1500mL</a:t>
            </a:r>
            <a:endParaRPr lang="zh-TW" altLang="en-US" sz="1800">
              <a:solidFill>
                <a:srgbClr val="FF00FF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>
            <a:extLst>
              <a:ext uri="{FF2B5EF4-FFF2-40B4-BE49-F238E27FC236}">
                <a16:creationId xmlns:a16="http://schemas.microsoft.com/office/drawing/2014/main" id="{FB92B272-450A-2ACF-A770-62B6A5589D66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7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乘法與除法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活動１ 乘與除的關係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圖片 1">
            <a:extLst>
              <a:ext uri="{FF2B5EF4-FFF2-40B4-BE49-F238E27FC236}">
                <a16:creationId xmlns:a16="http://schemas.microsoft.com/office/drawing/2014/main" id="{6C2D5333-70AC-AF4F-9275-B714873B6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82550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矩形 2">
            <a:extLst>
              <a:ext uri="{FF2B5EF4-FFF2-40B4-BE49-F238E27FC236}">
                <a16:creationId xmlns:a16="http://schemas.microsoft.com/office/drawing/2014/main" id="{C4C5D402-67BE-47A1-8654-AF2D63F16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6519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麵包店老闆烤了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盤蛋塔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0484" name="圖片 3">
            <a:extLst>
              <a:ext uri="{FF2B5EF4-FFF2-40B4-BE49-F238E27FC236}">
                <a16:creationId xmlns:a16="http://schemas.microsoft.com/office/drawing/2014/main" id="{D70AB775-A0EC-FC20-AAD7-ABA812222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14288"/>
            <a:ext cx="2411412" cy="155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矩形 4">
            <a:extLst>
              <a:ext uri="{FF2B5EF4-FFF2-40B4-BE49-F238E27FC236}">
                <a16:creationId xmlns:a16="http://schemas.microsoft.com/office/drawing/2014/main" id="{AD5BE652-78EA-4847-772E-0214A9B63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763" y="652463"/>
            <a:ext cx="65198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共有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個蛋塔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用乘法算式表示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0486" name="圖片 15">
            <a:extLst>
              <a:ext uri="{FF2B5EF4-FFF2-40B4-BE49-F238E27FC236}">
                <a16:creationId xmlns:a16="http://schemas.microsoft.com/office/drawing/2014/main" id="{5A75E86B-52F4-D9D3-E72D-A18A28F07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792163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29D5B9D-CFFB-D806-6A53-204B36A8B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1697038"/>
            <a:ext cx="3455988" cy="293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00F88BE-4B61-9C0C-D504-A2C5A1E878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95450"/>
            <a:ext cx="3529013" cy="292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0B3CAFA-91BA-B91A-9AC6-993D5637D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938" y="3403600"/>
            <a:ext cx="28495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直的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排有</a:t>
            </a:r>
            <a:r>
              <a:rPr lang="en-US" altLang="zh-TW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4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共有</a:t>
            </a:r>
            <a:r>
              <a:rPr lang="en-US" altLang="zh-TW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7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排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44493C-F174-2183-194C-207ABF898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4488" y="4192588"/>
            <a:ext cx="1928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28(</a:t>
            </a:r>
            <a:r>
              <a:rPr lang="zh-TW" altLang="en-US" sz="2400">
                <a:solidFill>
                  <a:srgbClr val="004DF3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23F31F-A5BF-E283-A939-0AAD555A0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192588"/>
            <a:ext cx="1928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en-US" altLang="zh-TW" sz="240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28(</a:t>
            </a:r>
            <a:r>
              <a:rPr lang="zh-TW" altLang="en-US" sz="2400">
                <a:solidFill>
                  <a:srgbClr val="00B05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3D1438-F1F1-3554-4463-72EB36E92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3438525"/>
            <a:ext cx="2851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橫的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排有</a:t>
            </a:r>
            <a:r>
              <a:rPr lang="en-US" altLang="zh-TW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7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共有</a:t>
            </a:r>
            <a:r>
              <a:rPr lang="en-US" altLang="zh-TW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4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排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0493" name="矩形 12">
            <a:extLst>
              <a:ext uri="{FF2B5EF4-FFF2-40B4-BE49-F238E27FC236}">
                <a16:creationId xmlns:a16="http://schemas.microsoft.com/office/drawing/2014/main" id="{3ED4B183-010D-5A1F-D8FB-533EF3E3D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845175"/>
            <a:ext cx="18145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2049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圖片 1">
            <a:extLst>
              <a:ext uri="{FF2B5EF4-FFF2-40B4-BE49-F238E27FC236}">
                <a16:creationId xmlns:a16="http://schemas.microsoft.com/office/drawing/2014/main" id="{D3C94A2C-559C-CF39-E556-67D2B83DD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82550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矩形 2">
            <a:extLst>
              <a:ext uri="{FF2B5EF4-FFF2-40B4-BE49-F238E27FC236}">
                <a16:creationId xmlns:a16="http://schemas.microsoft.com/office/drawing/2014/main" id="{337C6EDA-5BDD-89FB-24E0-94AD4242D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6519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麵包店老闆烤了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盤蛋塔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1508" name="圖片 3">
            <a:extLst>
              <a:ext uri="{FF2B5EF4-FFF2-40B4-BE49-F238E27FC236}">
                <a16:creationId xmlns:a16="http://schemas.microsoft.com/office/drawing/2014/main" id="{4258096C-7E5C-584D-52CA-634D59727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14288"/>
            <a:ext cx="2411412" cy="155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4">
            <a:extLst>
              <a:ext uri="{FF2B5EF4-FFF2-40B4-BE49-F238E27FC236}">
                <a16:creationId xmlns:a16="http://schemas.microsoft.com/office/drawing/2014/main" id="{75C2B8E5-F4F9-50AD-7C72-71F68EAB4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763" y="725488"/>
            <a:ext cx="57118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個蛋塔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</a:t>
            </a:r>
            <a:r>
              <a:rPr lang="zh-TW" altLang="en-US" sz="2400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直排有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可以排成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排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EE4792-2070-71C1-33B3-5D01DD074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2751138"/>
            <a:ext cx="1816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7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排</a:t>
            </a:r>
          </a:p>
        </p:txBody>
      </p:sp>
      <p:pic>
        <p:nvPicPr>
          <p:cNvPr id="21511" name="圖片 16">
            <a:extLst>
              <a:ext uri="{FF2B5EF4-FFF2-40B4-BE49-F238E27FC236}">
                <a16:creationId xmlns:a16="http://schemas.microsoft.com/office/drawing/2014/main" id="{DB281F72-4235-1956-2D96-D7CB5F70D5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769938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5C71641-8257-8A8F-CE4C-DA3CB0CA5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598613"/>
            <a:ext cx="1262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13DC45-9ED2-0456-2F03-9D25D2CA1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429000"/>
            <a:ext cx="79200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個蛋塔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</a:t>
            </a:r>
            <a:r>
              <a:rPr lang="zh-TW" altLang="en-US" sz="2400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橫排有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可以排成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排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33D33B-2F0C-76F4-F9A5-3A07B625A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348163"/>
            <a:ext cx="1262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圖片 5">
            <a:extLst>
              <a:ext uri="{FF2B5EF4-FFF2-40B4-BE49-F238E27FC236}">
                <a16:creationId xmlns:a16="http://schemas.microsoft.com/office/drawing/2014/main" id="{2A93495D-ED17-FDE7-E53C-CD63BA065B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8" y="3484563"/>
            <a:ext cx="3524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CA4BAEF-EEE1-0A31-32A0-9FCB22B50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8" y="5829300"/>
            <a:ext cx="18145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4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排</a:t>
            </a:r>
            <a:endParaRPr lang="zh-TW" altLang="en-US" sz="24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圖片 1">
            <a:extLst>
              <a:ext uri="{FF2B5EF4-FFF2-40B4-BE49-F238E27FC236}">
                <a16:creationId xmlns:a16="http://schemas.microsoft.com/office/drawing/2014/main" id="{B4597FE6-7730-CCCB-16FE-FE605FF61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82550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矩形 2">
            <a:extLst>
              <a:ext uri="{FF2B5EF4-FFF2-40B4-BE49-F238E27FC236}">
                <a16:creationId xmlns:a16="http://schemas.microsoft.com/office/drawing/2014/main" id="{0240FBA3-AF89-6AB3-E6BD-40C6FA8E0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6519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麵包店老闆烤了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盤蛋塔</a:t>
            </a:r>
            <a:r>
              <a:rPr lang="zh-TW" altLang="en-US">
                <a:latin typeface="DFBiaoKaiShuStd-W5"/>
              </a:rPr>
              <a:t>。</a:t>
            </a:r>
            <a:endParaRPr lang="zh-TW" altLang="en-US"/>
          </a:p>
        </p:txBody>
      </p:sp>
      <p:sp>
        <p:nvSpPr>
          <p:cNvPr id="22532" name="矩形 4">
            <a:extLst>
              <a:ext uri="{FF2B5EF4-FFF2-40B4-BE49-F238E27FC236}">
                <a16:creationId xmlns:a16="http://schemas.microsoft.com/office/drawing/2014/main" id="{A30EA036-790A-AC97-97F9-76C484C78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3" y="727075"/>
            <a:ext cx="74406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下面有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個算式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你能從第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個算式知道其他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個算式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用右圖說說看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2533" name="圖片 19">
            <a:extLst>
              <a:ext uri="{FF2B5EF4-FFF2-40B4-BE49-F238E27FC236}">
                <a16:creationId xmlns:a16="http://schemas.microsoft.com/office/drawing/2014/main" id="{FC6141FF-CDC8-B9B9-8066-D20B21579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803275"/>
            <a:ext cx="344488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圖片 5">
            <a:extLst>
              <a:ext uri="{FF2B5EF4-FFF2-40B4-BE49-F238E27FC236}">
                <a16:creationId xmlns:a16="http://schemas.microsoft.com/office/drawing/2014/main" id="{E5BE247A-253F-EA09-BF00-68F8146D5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2057400"/>
            <a:ext cx="2952750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圖片 6">
            <a:extLst>
              <a:ext uri="{FF2B5EF4-FFF2-40B4-BE49-F238E27FC236}">
                <a16:creationId xmlns:a16="http://schemas.microsoft.com/office/drawing/2014/main" id="{1EB9F956-B29E-1C15-52BC-F2605F016A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75" y="2057400"/>
            <a:ext cx="4206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圖片 7">
            <a:extLst>
              <a:ext uri="{FF2B5EF4-FFF2-40B4-BE49-F238E27FC236}">
                <a16:creationId xmlns:a16="http://schemas.microsoft.com/office/drawing/2014/main" id="{9229C3FC-44BB-F2F9-4CCB-26924A24B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75" y="2576513"/>
            <a:ext cx="407988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圖片 8">
            <a:extLst>
              <a:ext uri="{FF2B5EF4-FFF2-40B4-BE49-F238E27FC236}">
                <a16:creationId xmlns:a16="http://schemas.microsoft.com/office/drawing/2014/main" id="{185791AE-DDCF-C1FF-5D7F-92398574C6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75" y="3070225"/>
            <a:ext cx="430213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圖片 9">
            <a:extLst>
              <a:ext uri="{FF2B5EF4-FFF2-40B4-BE49-F238E27FC236}">
                <a16:creationId xmlns:a16="http://schemas.microsoft.com/office/drawing/2014/main" id="{6CC0639F-3327-CA1B-BEB5-9ECDD9C73E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75" y="3573463"/>
            <a:ext cx="417513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圖片 22">
            <a:extLst>
              <a:ext uri="{FF2B5EF4-FFF2-40B4-BE49-F238E27FC236}">
                <a16:creationId xmlns:a16="http://schemas.microsoft.com/office/drawing/2014/main" id="{28A91323-1D21-52E0-41D6-51E36759B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8" y="727075"/>
            <a:ext cx="4206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0" name="矩形 10">
            <a:extLst>
              <a:ext uri="{FF2B5EF4-FFF2-40B4-BE49-F238E27FC236}">
                <a16:creationId xmlns:a16="http://schemas.microsoft.com/office/drawing/2014/main" id="{8B506F4E-05B6-0A2A-F284-B42D28C45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936750"/>
            <a:ext cx="457200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  <a:p>
            <a:pPr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  <a:p>
            <a:pPr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圖片 1">
            <a:extLst>
              <a:ext uri="{FF2B5EF4-FFF2-40B4-BE49-F238E27FC236}">
                <a16:creationId xmlns:a16="http://schemas.microsoft.com/office/drawing/2014/main" id="{905360BE-F71B-2EF3-14F5-B650EC541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82550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2">
            <a:extLst>
              <a:ext uri="{FF2B5EF4-FFF2-40B4-BE49-F238E27FC236}">
                <a16:creationId xmlns:a16="http://schemas.microsoft.com/office/drawing/2014/main" id="{8EF2A01E-F43B-9750-DD56-D8ACE0B17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6519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麵包店老闆烤了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盤蛋塔</a:t>
            </a:r>
            <a:r>
              <a:rPr lang="zh-TW" altLang="en-US">
                <a:latin typeface="DFBiaoKaiShuStd-W5"/>
              </a:rPr>
              <a:t>。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2F09B49-0344-B945-E5D0-3CEABA42F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4130675"/>
            <a:ext cx="347345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5894AC1-22C5-89FA-296F-F1B3C3D85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313" y="4097338"/>
            <a:ext cx="340201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FE61D001-A9B7-CC29-1A35-E6AFBBDF0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143375"/>
            <a:ext cx="28797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也可以看成</a:t>
            </a:r>
            <a:endParaRPr lang="en-US" altLang="zh-TW" sz="20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全部有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28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橫的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排有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有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28</a:t>
            </a:r>
            <a:r>
              <a:rPr lang="en-US" altLang="zh-TW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4(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排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000">
              <a:latin typeface="Times New Roman" panose="02020603050405020304" pitchFamily="18" charset="0"/>
              <a:ea typeface="書法中楷（注音一）" panose="02010609010101010101" pitchFamily="49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6DFD82-E8C4-69D7-ED14-A3364377C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229100"/>
            <a:ext cx="288131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也可以看成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全部有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28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直的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排有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有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28</a:t>
            </a:r>
            <a:r>
              <a:rPr lang="en-US" altLang="zh-TW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7(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排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000">
              <a:latin typeface="Times New Roman" panose="02020603050405020304" pitchFamily="18" charset="0"/>
              <a:ea typeface="書法中楷（注音一）" panose="02010609010101010101" pitchFamily="49" charset="-12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B646819F-1757-0B3F-F01D-0FA8738445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681038"/>
            <a:ext cx="4422775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F06B2A6C-B95D-174C-09D4-67683558B4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738" y="658813"/>
            <a:ext cx="3686175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99E3C447-089D-D21F-AF6B-59BFD742A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675" y="2528888"/>
            <a:ext cx="37401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可以用這個圖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表示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先看直的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排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有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4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7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排就有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28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6415E8-0692-2C4A-70C8-8CC42BEB3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557463"/>
            <a:ext cx="2870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也可以看橫的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排有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排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共有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(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向右箭號 31">
            <a:extLst>
              <a:ext uri="{FF2B5EF4-FFF2-40B4-BE49-F238E27FC236}">
                <a16:creationId xmlns:a16="http://schemas.microsoft.com/office/drawing/2014/main" id="{A358DBE6-5E50-49EC-0FFC-A0CA5556BF61}"/>
              </a:ext>
            </a:extLst>
          </p:cNvPr>
          <p:cNvSpPr/>
          <p:nvPr/>
        </p:nvSpPr>
        <p:spPr>
          <a:xfrm>
            <a:off x="4694238" y="2033588"/>
            <a:ext cx="317500" cy="21590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E186D8CD-5076-C54A-E2C7-37A2C291574C}"/>
              </a:ext>
            </a:extLst>
          </p:cNvPr>
          <p:cNvSpPr/>
          <p:nvPr/>
        </p:nvSpPr>
        <p:spPr>
          <a:xfrm rot="2960620">
            <a:off x="4499769" y="3880644"/>
            <a:ext cx="319088" cy="21590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4" name="向右箭號 33">
            <a:extLst>
              <a:ext uri="{FF2B5EF4-FFF2-40B4-BE49-F238E27FC236}">
                <a16:creationId xmlns:a16="http://schemas.microsoft.com/office/drawing/2014/main" id="{1253C4F1-48E7-5337-D735-7305EA17C717}"/>
              </a:ext>
            </a:extLst>
          </p:cNvPr>
          <p:cNvSpPr/>
          <p:nvPr/>
        </p:nvSpPr>
        <p:spPr>
          <a:xfrm rot="5400000">
            <a:off x="2170906" y="3833019"/>
            <a:ext cx="319088" cy="21590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56B754F-451B-EF5A-3B1A-126EA8F5B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5686425"/>
            <a:ext cx="8045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可以從第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個算式知道其他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個算式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7D131F84-B96D-2940-28D0-63B4423FC2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5737225"/>
            <a:ext cx="430213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9590641D-FB1E-BACD-4394-EF0D97033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975" y="5949950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6" grpId="0"/>
      <p:bldP spid="27" grpId="0"/>
      <p:bldP spid="32" grpId="0" animBg="1"/>
      <p:bldP spid="33" grpId="0" animBg="1"/>
      <p:bldP spid="34" grpId="0" animBg="1"/>
      <p:bldP spid="35" grpId="0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圖片 1">
            <a:extLst>
              <a:ext uri="{FF2B5EF4-FFF2-40B4-BE49-F238E27FC236}">
                <a16:creationId xmlns:a16="http://schemas.microsoft.com/office/drawing/2014/main" id="{0AE48534-AA92-98A4-7EDE-04358044B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圖片 2">
            <a:extLst>
              <a:ext uri="{FF2B5EF4-FFF2-40B4-BE49-F238E27FC236}">
                <a16:creationId xmlns:a16="http://schemas.microsoft.com/office/drawing/2014/main" id="{D7DF7D60-EABB-CE73-73B7-19A0FDABF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44550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圖片 3">
            <a:extLst>
              <a:ext uri="{FF2B5EF4-FFF2-40B4-BE49-F238E27FC236}">
                <a16:creationId xmlns:a16="http://schemas.microsoft.com/office/drawing/2014/main" id="{167C29BB-3CBE-1A3E-8DE4-37AD5DD22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9338"/>
            <a:ext cx="3603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矩形 2">
            <a:extLst>
              <a:ext uri="{FF2B5EF4-FFF2-40B4-BE49-F238E27FC236}">
                <a16:creationId xmlns:a16="http://schemas.microsoft.com/office/drawing/2014/main" id="{35C6DA6F-A5AA-14C8-A492-F209D8B44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812800"/>
            <a:ext cx="4572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2" name="矩形 57">
            <a:extLst>
              <a:ext uri="{FF2B5EF4-FFF2-40B4-BE49-F238E27FC236}">
                <a16:creationId xmlns:a16="http://schemas.microsoft.com/office/drawing/2014/main" id="{30CD549E-8CFB-C21E-6B44-825D778FD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3516313"/>
            <a:ext cx="4572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DBED0F6-7C24-42E7-C36F-E3D8A649F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2382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72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DDEB54F-A845-556D-FA0D-8D33E1FF7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7208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4A10042-9CAD-5FDD-A1D6-04277207A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100" y="2133600"/>
            <a:ext cx="338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101201E-0809-8567-7E81-6E63D690A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933825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58060B9-8E9B-03CB-4581-CD1BA5F1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365625"/>
            <a:ext cx="493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56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F34EADC-1B45-0367-7766-833434714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838700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56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5" grpId="0"/>
      <p:bldP spid="66" grpId="0"/>
      <p:bldP spid="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5B7BC76-6229-A273-D825-DD9C50DAC271}"/>
              </a:ext>
            </a:extLst>
          </p:cNvPr>
          <p:cNvSpPr/>
          <p:nvPr/>
        </p:nvSpPr>
        <p:spPr>
          <a:xfrm>
            <a:off x="6664325" y="6237288"/>
            <a:ext cx="2479675" cy="620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D9C4F61C-7A40-62AE-6207-64117E9EA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2909888"/>
            <a:ext cx="8296275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矩形 2">
            <a:extLst>
              <a:ext uri="{FF2B5EF4-FFF2-40B4-BE49-F238E27FC236}">
                <a16:creationId xmlns:a16="http://schemas.microsoft.com/office/drawing/2014/main" id="{6E01A61C-DF8C-8E8E-B08A-8172B5F9A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86439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填</a:t>
            </a:r>
            <a:r>
              <a:rPr lang="zh-TW" altLang="en-US" sz="26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填</a:t>
            </a:r>
            <a:r>
              <a:rPr lang="zh-TW" altLang="en-US" sz="2600">
                <a:latin typeface="DFBiaoKaiShuStd-W5"/>
              </a:rPr>
              <a:t>，</a:t>
            </a:r>
            <a:r>
              <a:rPr lang="zh-TW" altLang="en-US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再說說看</a:t>
            </a:r>
            <a:r>
              <a:rPr lang="zh-TW" altLang="en-US" sz="2600">
                <a:latin typeface="DFBiaoKaiShuStd-W5"/>
              </a:rPr>
              <a:t>，</a:t>
            </a:r>
            <a:r>
              <a:rPr lang="zh-TW" altLang="en-US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算式表示</a:t>
            </a:r>
            <a:r>
              <a:rPr lang="zh-TW" altLang="en-US" sz="26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什</a:t>
            </a:r>
            <a:r>
              <a:rPr lang="zh-TW" altLang="en-US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麼意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思</a:t>
            </a:r>
            <a:r>
              <a:rPr lang="zh-TW" altLang="en-US" sz="2600">
                <a:latin typeface="DFBiaoKaiShuStd-W5"/>
              </a:rPr>
              <a:t>？</a:t>
            </a:r>
            <a:endParaRPr lang="zh-TW" altLang="en-US" sz="2600"/>
          </a:p>
        </p:txBody>
      </p:sp>
      <p:pic>
        <p:nvPicPr>
          <p:cNvPr id="25605" name="圖片 2">
            <a:extLst>
              <a:ext uri="{FF2B5EF4-FFF2-40B4-BE49-F238E27FC236}">
                <a16:creationId xmlns:a16="http://schemas.microsoft.com/office/drawing/2014/main" id="{761849F1-4103-0774-A3FD-3863F9FFD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120650"/>
            <a:ext cx="44608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圖片 15">
            <a:extLst>
              <a:ext uri="{FF2B5EF4-FFF2-40B4-BE49-F238E27FC236}">
                <a16:creationId xmlns:a16="http://schemas.microsoft.com/office/drawing/2014/main" id="{419FD0B7-B66F-2168-194F-642478609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808038"/>
            <a:ext cx="3667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圖片 16">
            <a:extLst>
              <a:ext uri="{FF2B5EF4-FFF2-40B4-BE49-F238E27FC236}">
                <a16:creationId xmlns:a16="http://schemas.microsoft.com/office/drawing/2014/main" id="{6DD13355-31EF-1269-48D1-AAF347E59D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2781300"/>
            <a:ext cx="3667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8" name="圖片 3">
            <a:extLst>
              <a:ext uri="{FF2B5EF4-FFF2-40B4-BE49-F238E27FC236}">
                <a16:creationId xmlns:a16="http://schemas.microsoft.com/office/drawing/2014/main" id="{AE7436EC-F5EE-0582-D56F-56528894D6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827088"/>
            <a:ext cx="3024187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11">
            <a:extLst>
              <a:ext uri="{FF2B5EF4-FFF2-40B4-BE49-F238E27FC236}">
                <a16:creationId xmlns:a16="http://schemas.microsoft.com/office/drawing/2014/main" id="{4F3D69ED-2B1B-17B6-FCBB-771D970CB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819150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6AFE1B-9AAE-46A2-F317-72265F620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8064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188711-9FB2-8A62-9FE8-2D489D660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196975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D0060D-5313-8BBD-3DCF-CCFB8E2F1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338" y="159702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984D311-7AF7-DDA5-8762-E9934EA14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8064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786A1FF-99CC-A3F4-0FC5-67338F89E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19856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4ED31E5-C595-F442-FA72-A769C7E1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570038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B080A67-C778-8E1A-98FF-6300E8CF2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844675"/>
            <a:ext cx="4848225" cy="9239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1800" dirty="0">
                <a:solidFill>
                  <a:srgbClr val="FF33CC"/>
                </a:solidFill>
                <a:latin typeface="+mn-ea"/>
                <a:ea typeface="+mn-ea"/>
                <a:cs typeface="Times New Roman" panose="02020603050405020304" pitchFamily="18" charset="0"/>
              </a:rPr>
              <a:t>①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一盒蠟筆有</a:t>
            </a:r>
            <a:r>
              <a:rPr lang="en-US" altLang="zh-TW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枝，</a:t>
            </a:r>
            <a:r>
              <a:rPr lang="en-US" altLang="zh-TW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盒有</a:t>
            </a:r>
            <a:r>
              <a:rPr lang="en-US" altLang="zh-TW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枝。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1800" dirty="0">
                <a:solidFill>
                  <a:srgbClr val="FF33CC"/>
                </a:solidFill>
                <a:latin typeface="+mn-ea"/>
                <a:ea typeface="+mn-ea"/>
                <a:cs typeface="Times New Roman" panose="02020603050405020304" pitchFamily="18" charset="0"/>
              </a:rPr>
              <a:t>②</a:t>
            </a:r>
            <a:r>
              <a:rPr lang="en-US" altLang="zh-TW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枝蠟筆平分成</a:t>
            </a:r>
            <a:r>
              <a:rPr lang="en-US" altLang="zh-TW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盒，每盒有</a:t>
            </a:r>
            <a:r>
              <a:rPr lang="en-US" altLang="zh-TW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枝。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1800" dirty="0">
                <a:solidFill>
                  <a:srgbClr val="FF33CC"/>
                </a:solidFill>
                <a:latin typeface="+mn-ea"/>
                <a:ea typeface="+mn-ea"/>
                <a:cs typeface="Times New Roman" panose="02020603050405020304" pitchFamily="18" charset="0"/>
              </a:rPr>
              <a:t>③</a:t>
            </a:r>
            <a:r>
              <a:rPr lang="en-US" altLang="zh-TW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枝蠟筆，每</a:t>
            </a:r>
            <a:r>
              <a:rPr lang="en-US" altLang="zh-TW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枝裝成一盒，可以裝成</a:t>
            </a:r>
            <a:r>
              <a:rPr lang="en-US" altLang="zh-TW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8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盒。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E70F8B-39BD-076F-6350-D748D0992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3122613"/>
            <a:ext cx="93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起點</a:t>
            </a:r>
            <a:endParaRPr lang="zh-TW" altLang="en-US" sz="1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DD3EE5-6462-B215-9E31-9130F6BB3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" y="4076700"/>
            <a:ext cx="4572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DABFC1D-D6EC-4DDD-D77C-BB1178B16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076700"/>
            <a:ext cx="339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CC39FA-EF4D-AC79-9A84-7E6E0F0EB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43706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B2E05E9-5619-57D0-B6E9-FFDF6D025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09098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5EA78C4-4756-1A37-3D09-D438EB4CA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479925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63658A0-28C0-A9D1-5D80-653F850A5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8" y="4838700"/>
            <a:ext cx="1935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en-US" altLang="zh-TW" sz="20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( 4 )</a:t>
            </a:r>
            <a:r>
              <a:rPr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( 3 )</a:t>
            </a:r>
            <a:endParaRPr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39F22CA-3BB5-70E2-FF7C-115401E7DC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4705350"/>
            <a:ext cx="1098550" cy="203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圓角矩形圖說文字 32">
            <a:extLst>
              <a:ext uri="{FF2B5EF4-FFF2-40B4-BE49-F238E27FC236}">
                <a16:creationId xmlns:a16="http://schemas.microsoft.com/office/drawing/2014/main" id="{867C9BC2-73AF-3465-20CD-AAD9B3036B16}"/>
              </a:ext>
            </a:extLst>
          </p:cNvPr>
          <p:cNvSpPr/>
          <p:nvPr/>
        </p:nvSpPr>
        <p:spPr bwMode="auto">
          <a:xfrm>
            <a:off x="3059113" y="5013325"/>
            <a:ext cx="4392612" cy="1079500"/>
          </a:xfrm>
          <a:prstGeom prst="wedgeRoundRectCallout">
            <a:avLst>
              <a:gd name="adj1" fmla="val 55836"/>
              <a:gd name="adj2" fmla="val -33020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50000"/>
              </a:lnSpc>
              <a:defRPr/>
            </a:pP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青蛙</a:t>
            </a:r>
            <a:r>
              <a:rPr lang="zh-TW" altLang="en-US" sz="24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次跳</a:t>
            </a:r>
            <a:r>
              <a:rPr lang="en-US" altLang="zh-TW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3 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格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跳</a:t>
            </a:r>
            <a:r>
              <a:rPr lang="en-US" altLang="zh-TW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4 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次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共是         格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4" name="Picture 3">
            <a:extLst>
              <a:ext uri="{FF2B5EF4-FFF2-40B4-BE49-F238E27FC236}">
                <a16:creationId xmlns:a16="http://schemas.microsoft.com/office/drawing/2014/main" id="{72A6F0CD-C4D5-B9A0-CF54-820EAC97B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863" y="5599113"/>
            <a:ext cx="5175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F831395D-A9BB-94E2-0761-541299B7F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58958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9C80EFC-B7A8-1721-B4C0-04F6415D0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6092825"/>
            <a:ext cx="489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青蛙要跳</a:t>
            </a:r>
            <a:r>
              <a:rPr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格，每次跳</a:t>
            </a:r>
            <a:r>
              <a:rPr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格，要跳</a:t>
            </a:r>
            <a:r>
              <a:rPr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次。</a:t>
            </a:r>
            <a:endParaRPr lang="en-US" altLang="zh-TW" sz="1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青蛙要跳</a:t>
            </a:r>
            <a:r>
              <a:rPr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格，平分成</a:t>
            </a:r>
            <a:r>
              <a:rPr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次來跳，每次要跳</a:t>
            </a:r>
            <a:r>
              <a:rPr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DA288AD-C3BB-26ED-5FF1-387CEAF4B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4064000"/>
            <a:ext cx="492125" cy="12001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solidFill>
                  <a:srgbClr val="FF33CC"/>
                </a:solidFill>
                <a:latin typeface="+mn-ea"/>
                <a:ea typeface="+mn-ea"/>
                <a:cs typeface="Times New Roman" panose="02020603050405020304" pitchFamily="18" charset="0"/>
              </a:rPr>
              <a:t>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solidFill>
                  <a:srgbClr val="FF33CC"/>
                </a:solidFill>
                <a:latin typeface="+mn-ea"/>
                <a:ea typeface="+mn-ea"/>
                <a:cs typeface="Times New Roman" panose="02020603050405020304" pitchFamily="18" charset="0"/>
              </a:rPr>
              <a:t>②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solidFill>
                  <a:srgbClr val="FF33CC"/>
                </a:solidFill>
                <a:latin typeface="+mn-ea"/>
                <a:ea typeface="+mn-ea"/>
                <a:cs typeface="Times New Roman" panose="02020603050405020304" pitchFamily="18" charset="0"/>
              </a:rPr>
              <a:t>③</a:t>
            </a:r>
            <a:endParaRPr lang="zh-TW" altLang="en-US" sz="2400" dirty="0">
              <a:solidFill>
                <a:srgbClr val="FF33CC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B8D17CA-9758-29B0-CD37-C48264E8A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6097588"/>
            <a:ext cx="415925" cy="6461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1800" dirty="0">
                <a:solidFill>
                  <a:srgbClr val="FF33CC"/>
                </a:solidFill>
                <a:latin typeface="+mn-ea"/>
                <a:ea typeface="+mn-ea"/>
                <a:cs typeface="Times New Roman" panose="02020603050405020304" pitchFamily="18" charset="0"/>
              </a:rPr>
              <a:t>②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1800" dirty="0">
                <a:solidFill>
                  <a:srgbClr val="FF33CC"/>
                </a:solidFill>
                <a:latin typeface="+mn-ea"/>
                <a:ea typeface="+mn-ea"/>
                <a:cs typeface="Times New Roman" panose="02020603050405020304" pitchFamily="18" charset="0"/>
              </a:rPr>
              <a:t>③</a:t>
            </a:r>
            <a:endParaRPr lang="zh-TW" altLang="en-US" sz="1800" dirty="0">
              <a:solidFill>
                <a:srgbClr val="FF33CC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24A299D-2557-1A68-9E8D-3BB52291E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438" y="5113338"/>
            <a:ext cx="492125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solidFill>
                  <a:srgbClr val="FF33CC"/>
                </a:solidFill>
                <a:latin typeface="+mn-ea"/>
                <a:ea typeface="+mn-ea"/>
                <a:cs typeface="Times New Roman" panose="02020603050405020304" pitchFamily="18" charset="0"/>
              </a:rPr>
              <a:t>①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19" grpId="0"/>
      <p:bldP spid="21" grpId="0"/>
      <p:bldP spid="22" grpId="0"/>
      <p:bldP spid="24" grpId="0"/>
      <p:bldP spid="25" grpId="0"/>
      <p:bldP spid="27" grpId="0"/>
      <p:bldP spid="17" grpId="0"/>
      <p:bldP spid="28" grpId="0"/>
      <p:bldP spid="29" grpId="0"/>
      <p:bldP spid="30" grpId="0"/>
      <p:bldP spid="31" grpId="0"/>
      <p:bldP spid="33" grpId="0" animBg="1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2">
            <a:extLst>
              <a:ext uri="{FF2B5EF4-FFF2-40B4-BE49-F238E27FC236}">
                <a16:creationId xmlns:a16="http://schemas.microsoft.com/office/drawing/2014/main" id="{5B29C1CB-B659-7568-50EE-7B5BDDAAF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86439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數字卡進入倍數機器會變成多少</a:t>
            </a:r>
            <a:r>
              <a:rPr lang="zh-TW" altLang="en-US" sz="2600">
                <a:latin typeface="DFBiaoKaiShuStd-W5"/>
              </a:rPr>
              <a:t>？</a:t>
            </a:r>
            <a:endParaRPr lang="zh-TW" altLang="en-US" sz="2600"/>
          </a:p>
        </p:txBody>
      </p:sp>
      <p:pic>
        <p:nvPicPr>
          <p:cNvPr id="26627" name="圖片 15">
            <a:extLst>
              <a:ext uri="{FF2B5EF4-FFF2-40B4-BE49-F238E27FC236}">
                <a16:creationId xmlns:a16="http://schemas.microsoft.com/office/drawing/2014/main" id="{50B22ECB-3DBB-887F-6B7B-9E0BB4FF2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811213"/>
            <a:ext cx="3667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圖片 16">
            <a:extLst>
              <a:ext uri="{FF2B5EF4-FFF2-40B4-BE49-F238E27FC236}">
                <a16:creationId xmlns:a16="http://schemas.microsoft.com/office/drawing/2014/main" id="{0B66B297-10E1-3F77-FAAB-46AB6FAF1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963" y="811213"/>
            <a:ext cx="3667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圖片 3">
            <a:extLst>
              <a:ext uri="{FF2B5EF4-FFF2-40B4-BE49-F238E27FC236}">
                <a16:creationId xmlns:a16="http://schemas.microsoft.com/office/drawing/2014/main" id="{306CB066-C776-CA91-DD20-DAEE85C06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76200"/>
            <a:ext cx="436563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矩形 2">
            <a:extLst>
              <a:ext uri="{FF2B5EF4-FFF2-40B4-BE49-F238E27FC236}">
                <a16:creationId xmlns:a16="http://schemas.microsoft.com/office/drawing/2014/main" id="{30D18677-CE1A-A63F-3E34-D13D11F77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750888"/>
            <a:ext cx="239553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2 </a:t>
            </a:r>
            <a:r>
              <a:rPr lang="zh-TW" altLang="en-US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倍機器</a:t>
            </a:r>
            <a:r>
              <a:rPr lang="zh-TW" altLang="en-US" sz="2600">
                <a:latin typeface="DFBiaoKaiShuStd-W5"/>
              </a:rPr>
              <a:t>。</a:t>
            </a:r>
          </a:p>
        </p:txBody>
      </p:sp>
      <p:pic>
        <p:nvPicPr>
          <p:cNvPr id="26631" name="圖片 2">
            <a:extLst>
              <a:ext uri="{FF2B5EF4-FFF2-40B4-BE49-F238E27FC236}">
                <a16:creationId xmlns:a16="http://schemas.microsoft.com/office/drawing/2014/main" id="{919F515C-FC61-D049-6C28-7418A891F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38" y="1387475"/>
            <a:ext cx="3355975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矩形 2">
            <a:extLst>
              <a:ext uri="{FF2B5EF4-FFF2-40B4-BE49-F238E27FC236}">
                <a16:creationId xmlns:a16="http://schemas.microsoft.com/office/drawing/2014/main" id="{740C3080-57B7-064A-78B6-BA68AC415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744538"/>
            <a:ext cx="239395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7 </a:t>
            </a:r>
            <a:r>
              <a:rPr lang="zh-TW" altLang="en-US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倍機器</a:t>
            </a:r>
            <a:r>
              <a:rPr lang="zh-TW" altLang="en-US" sz="2600">
                <a:latin typeface="DFBiaoKaiShuStd-W5"/>
              </a:rPr>
              <a:t>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F0D17DF-279E-9559-27B3-D48B8CBF9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3286125"/>
            <a:ext cx="339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14739F6-A7BF-9EC0-8C52-E7215DD1F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37465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F3BC7A7-F339-10DF-FADA-C1D719D63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781300"/>
            <a:ext cx="493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6636" name="圖片 3">
            <a:extLst>
              <a:ext uri="{FF2B5EF4-FFF2-40B4-BE49-F238E27FC236}">
                <a16:creationId xmlns:a16="http://schemas.microsoft.com/office/drawing/2014/main" id="{93CB1F9F-21C6-AE15-16F3-A93C860566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50" y="1387475"/>
            <a:ext cx="3365500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9738D81F-04BB-4A9F-D000-77C05F50F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950" y="3289300"/>
            <a:ext cx="339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8ED370B-1927-6E3A-5010-B47B973BE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0213" y="37496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7AD1269-04FB-3D00-64D4-7CCDA48A9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175" y="2316163"/>
            <a:ext cx="493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0EFCFED-49D9-7947-EE14-99FCCD35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3225" y="2776538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3" grpId="0"/>
      <p:bldP spid="44" grpId="0"/>
      <p:bldP spid="45" grpId="0"/>
      <p:bldP spid="46" grpId="0"/>
      <p:bldP spid="4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圖片 1">
            <a:extLst>
              <a:ext uri="{FF2B5EF4-FFF2-40B4-BE49-F238E27FC236}">
                <a16:creationId xmlns:a16="http://schemas.microsoft.com/office/drawing/2014/main" id="{5035FDC8-694E-4A4A-D02F-EADA8F104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02210DE-6729-6718-74F6-3A655A231643}"/>
              </a:ext>
            </a:extLst>
          </p:cNvPr>
          <p:cNvSpPr/>
          <p:nvPr/>
        </p:nvSpPr>
        <p:spPr>
          <a:xfrm>
            <a:off x="1042988" y="1111250"/>
            <a:ext cx="1152525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27652" name="圖片 2">
            <a:extLst>
              <a:ext uri="{FF2B5EF4-FFF2-40B4-BE49-F238E27FC236}">
                <a16:creationId xmlns:a16="http://schemas.microsoft.com/office/drawing/2014/main" id="{1238FABB-8779-B1C9-B2FD-DBEE6AA57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947738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圖片 3">
            <a:extLst>
              <a:ext uri="{FF2B5EF4-FFF2-40B4-BE49-F238E27FC236}">
                <a16:creationId xmlns:a16="http://schemas.microsoft.com/office/drawing/2014/main" id="{09F4AD90-54BD-4C20-4AFA-FF866F62A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394075"/>
            <a:ext cx="3603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F87092F9-7A45-BA23-894B-9718B1B106B9}"/>
              </a:ext>
            </a:extLst>
          </p:cNvPr>
          <p:cNvSpPr/>
          <p:nvPr/>
        </p:nvSpPr>
        <p:spPr>
          <a:xfrm>
            <a:off x="3132138" y="1111250"/>
            <a:ext cx="1152525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D6D219D-0ECC-86F0-189B-16DC2298283B}"/>
              </a:ext>
            </a:extLst>
          </p:cNvPr>
          <p:cNvSpPr/>
          <p:nvPr/>
        </p:nvSpPr>
        <p:spPr>
          <a:xfrm>
            <a:off x="5219700" y="1111250"/>
            <a:ext cx="1152525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D5C792C-81F0-E9F7-36BD-DA7DC3927B30}"/>
              </a:ext>
            </a:extLst>
          </p:cNvPr>
          <p:cNvCxnSpPr>
            <a:stCxn id="2" idx="3"/>
            <a:endCxn id="59" idx="1"/>
          </p:cNvCxnSpPr>
          <p:nvPr/>
        </p:nvCxnSpPr>
        <p:spPr>
          <a:xfrm>
            <a:off x="2195513" y="1435100"/>
            <a:ext cx="9366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036DBEB5-0303-3325-5174-B2A08CF58E8E}"/>
              </a:ext>
            </a:extLst>
          </p:cNvPr>
          <p:cNvCxnSpPr/>
          <p:nvPr/>
        </p:nvCxnSpPr>
        <p:spPr>
          <a:xfrm>
            <a:off x="4284663" y="1435100"/>
            <a:ext cx="9350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52D24674-F22B-FC96-5DA4-7A19A0F8CFF6}"/>
              </a:ext>
            </a:extLst>
          </p:cNvPr>
          <p:cNvSpPr/>
          <p:nvPr/>
        </p:nvSpPr>
        <p:spPr>
          <a:xfrm>
            <a:off x="1057275" y="3429000"/>
            <a:ext cx="1152525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13CB52A-FD42-E2DA-3A8A-94630C53CB2B}"/>
              </a:ext>
            </a:extLst>
          </p:cNvPr>
          <p:cNvSpPr/>
          <p:nvPr/>
        </p:nvSpPr>
        <p:spPr>
          <a:xfrm>
            <a:off x="3146425" y="3429000"/>
            <a:ext cx="1150938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DA5D8EB-4B20-74DA-546F-5C5E92286A8E}"/>
              </a:ext>
            </a:extLst>
          </p:cNvPr>
          <p:cNvSpPr/>
          <p:nvPr/>
        </p:nvSpPr>
        <p:spPr>
          <a:xfrm>
            <a:off x="5233988" y="3429000"/>
            <a:ext cx="1152525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1372FACC-9441-CD1F-04D8-68444A567BA8}"/>
              </a:ext>
            </a:extLst>
          </p:cNvPr>
          <p:cNvCxnSpPr>
            <a:stCxn id="62" idx="3"/>
            <a:endCxn id="63" idx="1"/>
          </p:cNvCxnSpPr>
          <p:nvPr/>
        </p:nvCxnSpPr>
        <p:spPr>
          <a:xfrm>
            <a:off x="2209800" y="3752850"/>
            <a:ext cx="9366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A617D417-DE26-9701-3A59-319B47905D99}"/>
              </a:ext>
            </a:extLst>
          </p:cNvPr>
          <p:cNvCxnSpPr/>
          <p:nvPr/>
        </p:nvCxnSpPr>
        <p:spPr>
          <a:xfrm>
            <a:off x="4298950" y="3752850"/>
            <a:ext cx="9350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63" name="矩形 2">
            <a:extLst>
              <a:ext uri="{FF2B5EF4-FFF2-40B4-BE49-F238E27FC236}">
                <a16:creationId xmlns:a16="http://schemas.microsoft.com/office/drawing/2014/main" id="{6E8627DD-4142-762B-B96F-F05C3A71B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990600"/>
            <a:ext cx="7588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3</a:t>
            </a:r>
          </a:p>
        </p:txBody>
      </p:sp>
      <p:sp>
        <p:nvSpPr>
          <p:cNvPr id="27664" name="矩形 2">
            <a:extLst>
              <a:ext uri="{FF2B5EF4-FFF2-40B4-BE49-F238E27FC236}">
                <a16:creationId xmlns:a16="http://schemas.microsoft.com/office/drawing/2014/main" id="{7EB1AC55-2300-4598-7AF7-2E942626F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288" y="990600"/>
            <a:ext cx="76041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3</a:t>
            </a:r>
          </a:p>
        </p:txBody>
      </p:sp>
      <p:sp>
        <p:nvSpPr>
          <p:cNvPr id="27665" name="矩形 2">
            <a:extLst>
              <a:ext uri="{FF2B5EF4-FFF2-40B4-BE49-F238E27FC236}">
                <a16:creationId xmlns:a16="http://schemas.microsoft.com/office/drawing/2014/main" id="{E1827DE7-833F-60C7-9F8A-EA987689A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295650"/>
            <a:ext cx="7588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4</a:t>
            </a:r>
          </a:p>
        </p:txBody>
      </p:sp>
      <p:sp>
        <p:nvSpPr>
          <p:cNvPr id="27666" name="矩形 2">
            <a:extLst>
              <a:ext uri="{FF2B5EF4-FFF2-40B4-BE49-F238E27FC236}">
                <a16:creationId xmlns:a16="http://schemas.microsoft.com/office/drawing/2014/main" id="{EA4A0092-B1E6-E2EC-AE60-AA2EC750B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295650"/>
            <a:ext cx="76041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 sz="2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4</a:t>
            </a:r>
          </a:p>
        </p:txBody>
      </p:sp>
      <p:sp>
        <p:nvSpPr>
          <p:cNvPr id="27667" name="矩形 2">
            <a:extLst>
              <a:ext uri="{FF2B5EF4-FFF2-40B4-BE49-F238E27FC236}">
                <a16:creationId xmlns:a16="http://schemas.microsoft.com/office/drawing/2014/main" id="{CBD0522D-2E86-9DC0-C37C-67DEB82C9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173163"/>
            <a:ext cx="6477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endParaRPr lang="zh-TW" altLang="en-US" sz="26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27668" name="矩形 2">
            <a:extLst>
              <a:ext uri="{FF2B5EF4-FFF2-40B4-BE49-F238E27FC236}">
                <a16:creationId xmlns:a16="http://schemas.microsoft.com/office/drawing/2014/main" id="{E09900FA-9481-131C-622D-FC379C697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788" y="3476625"/>
            <a:ext cx="6477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24</a:t>
            </a:r>
            <a:endParaRPr lang="zh-TW" altLang="en-US" sz="26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B9903D4-7ED6-6342-32B0-940D68928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1173163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70129C5-08E9-C94B-5784-108494B9C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325" y="1173163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389543A-2D67-E2D3-B8FC-7C76BD92E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838" y="3451225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CF1F801-8AF6-D34E-7F98-68C8848D8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3451225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6" grpId="0"/>
      <p:bldP spid="7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2">
            <a:extLst>
              <a:ext uri="{FF2B5EF4-FFF2-40B4-BE49-F238E27FC236}">
                <a16:creationId xmlns:a16="http://schemas.microsoft.com/office/drawing/2014/main" id="{9338ADBF-FD0D-5EA7-A18F-135D05933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86439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學校準備了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78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包餅乾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平分給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個班級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每班分到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包餅乾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28675" name="圖片 4">
            <a:extLst>
              <a:ext uri="{FF2B5EF4-FFF2-40B4-BE49-F238E27FC236}">
                <a16:creationId xmlns:a16="http://schemas.microsoft.com/office/drawing/2014/main" id="{E289AE7B-A5E9-7B25-66CF-BA889E665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93663"/>
            <a:ext cx="461962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37198F8-C431-5D20-16B9-45F0D5793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1052513"/>
            <a:ext cx="2312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 )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C08533-06C8-DC00-AFE8-5D20ED343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2393950"/>
            <a:ext cx="165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6   7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12FC4A62-F3B7-6F9B-CCDA-D1CB833C6ACE}"/>
              </a:ext>
            </a:extLst>
          </p:cNvPr>
          <p:cNvGrpSpPr>
            <a:grpSpLocks/>
          </p:cNvGrpSpPr>
          <p:nvPr/>
        </p:nvGrpSpPr>
        <p:grpSpPr bwMode="auto">
          <a:xfrm>
            <a:off x="973138" y="2081213"/>
            <a:ext cx="919162" cy="733425"/>
            <a:chOff x="4631821" y="2590576"/>
            <a:chExt cx="919237" cy="733738"/>
          </a:xfrm>
        </p:grpSpPr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D3BF3150-F130-7C55-991B-1101674AA7F6}"/>
                </a:ext>
              </a:extLst>
            </p:cNvPr>
            <p:cNvCxnSpPr/>
            <p:nvPr/>
          </p:nvCxnSpPr>
          <p:spPr>
            <a:xfrm flipV="1">
              <a:off x="4830274" y="2930446"/>
              <a:ext cx="72078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134047C0-84A8-EFE4-8D8D-AA00A39E5C82}"/>
                </a:ext>
              </a:extLst>
            </p:cNvPr>
            <p:cNvSpPr/>
            <p:nvPr/>
          </p:nvSpPr>
          <p:spPr>
            <a:xfrm>
              <a:off x="4631821" y="2590576"/>
              <a:ext cx="204804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2BA9BB48-2F21-C545-C8A4-587C1C13C1B2}"/>
              </a:ext>
            </a:extLst>
          </p:cNvPr>
          <p:cNvCxnSpPr/>
          <p:nvPr/>
        </p:nvCxnSpPr>
        <p:spPr>
          <a:xfrm>
            <a:off x="1076325" y="3267075"/>
            <a:ext cx="8080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B625EC4-F58A-74FF-AB8B-77C98D584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1916113"/>
            <a:ext cx="563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F93751-2A7D-B261-F211-3E4CBF0D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3" y="2773363"/>
            <a:ext cx="563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0553A97-F4AF-1526-86BB-9DDCBD072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3295650"/>
            <a:ext cx="825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1  8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544A81-92C3-23D1-140A-A10EDC033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1917700"/>
            <a:ext cx="5635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54F237-772C-5E73-A41F-AA3DC8CFE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3684588"/>
            <a:ext cx="8318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1  8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45EC86C2-267F-FDF9-CC60-2C2B40660E37}"/>
              </a:ext>
            </a:extLst>
          </p:cNvPr>
          <p:cNvCxnSpPr/>
          <p:nvPr/>
        </p:nvCxnSpPr>
        <p:spPr>
          <a:xfrm>
            <a:off x="1076325" y="4116388"/>
            <a:ext cx="8080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CD6ADC-08ED-0371-C4A6-BB850C4A6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4144963"/>
            <a:ext cx="563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1" name="矩形 2">
            <a:extLst>
              <a:ext uri="{FF2B5EF4-FFF2-40B4-BE49-F238E27FC236}">
                <a16:creationId xmlns:a16="http://schemas.microsoft.com/office/drawing/2014/main" id="{DBB998A2-9888-1276-C495-418EDD356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4652963"/>
            <a:ext cx="86439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要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</a:t>
            </a:r>
            <a:r>
              <a:rPr lang="zh-TW" altLang="en-US" sz="2600">
                <a:solidFill>
                  <a:srgbClr val="0000FF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驗算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才知道有沒有算對</a:t>
            </a:r>
            <a:r>
              <a:rPr lang="zh-TW" altLang="en-US" sz="26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id="{0117E92D-7469-1789-7941-EB4C3B5B1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4014788"/>
            <a:ext cx="23399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13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包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09532F6-A9F6-FA14-5E2D-96F4BBA2B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50" y="1500188"/>
            <a:ext cx="949325" cy="185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圓角矩形圖說文字 33">
            <a:extLst>
              <a:ext uri="{FF2B5EF4-FFF2-40B4-BE49-F238E27FC236}">
                <a16:creationId xmlns:a16="http://schemas.microsoft.com/office/drawing/2014/main" id="{7CA52C8E-B873-6C26-EF17-DB9D8B5BAC0E}"/>
              </a:ext>
            </a:extLst>
          </p:cNvPr>
          <p:cNvSpPr/>
          <p:nvPr/>
        </p:nvSpPr>
        <p:spPr bwMode="auto">
          <a:xfrm>
            <a:off x="2490788" y="1644650"/>
            <a:ext cx="4938712" cy="863600"/>
          </a:xfrm>
          <a:prstGeom prst="wedgeRoundRectCallout">
            <a:avLst>
              <a:gd name="adj1" fmla="val 52658"/>
              <a:gd name="adj2" fmla="val -5222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包餅乾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平分給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個班級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每班有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包餅乾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57C5C21-061C-BF70-0C60-9CCF667C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25" y="1063625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4DA7BDD-AFE6-6F82-9740-EFC8CD455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531177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</a:t>
            </a:r>
            <a:r>
              <a:rPr lang="zh-TW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0FD61DC-08F3-AAD1-7277-745CDD440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5691188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DD1B3195-8995-4883-BC01-228C30292082}"/>
              </a:ext>
            </a:extLst>
          </p:cNvPr>
          <p:cNvCxnSpPr/>
          <p:nvPr/>
        </p:nvCxnSpPr>
        <p:spPr>
          <a:xfrm>
            <a:off x="690563" y="6099175"/>
            <a:ext cx="1089025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CD676843-14C1-FD81-2738-3AB19C0E1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608965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7  8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C25EAA4-F1A7-81EB-0F4A-88E7DB0D3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338" y="5383213"/>
            <a:ext cx="955675" cy="135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圓角矩形圖說文字 50">
            <a:extLst>
              <a:ext uri="{FF2B5EF4-FFF2-40B4-BE49-F238E27FC236}">
                <a16:creationId xmlns:a16="http://schemas.microsoft.com/office/drawing/2014/main" id="{DB2B88D5-9320-15D9-8D76-3DC1A7DF8D1E}"/>
              </a:ext>
            </a:extLst>
          </p:cNvPr>
          <p:cNvSpPr/>
          <p:nvPr/>
        </p:nvSpPr>
        <p:spPr bwMode="auto">
          <a:xfrm>
            <a:off x="2244725" y="5300663"/>
            <a:ext cx="5751513" cy="1385887"/>
          </a:xfrm>
          <a:prstGeom prst="wedgeRoundRectCallout">
            <a:avLst>
              <a:gd name="adj1" fmla="val 52658"/>
              <a:gd name="adj2" fmla="val -5222"/>
              <a:gd name="adj3" fmla="val 16667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如果每班分到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13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包餅乾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個班級就有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13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＝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78(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包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原來</a:t>
            </a:r>
            <a:r>
              <a:rPr lang="zh-TW" altLang="en-US" sz="2400" dirty="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樣多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所以算對了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4" grpId="0" animBg="1"/>
      <p:bldP spid="36" grpId="0"/>
      <p:bldP spid="42" grpId="0"/>
      <p:bldP spid="48" grpId="0"/>
      <p:bldP spid="50" grpId="0"/>
      <p:bldP spid="5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2">
            <a:extLst>
              <a:ext uri="{FF2B5EF4-FFF2-40B4-BE49-F238E27FC236}">
                <a16:creationId xmlns:a16="http://schemas.microsoft.com/office/drawing/2014/main" id="{6452677B-0CA3-E886-5A96-130BF78DA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86439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老師把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540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個棉花糖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個串成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串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可以串成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串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29699" name="圖片 3">
            <a:extLst>
              <a:ext uri="{FF2B5EF4-FFF2-40B4-BE49-F238E27FC236}">
                <a16:creationId xmlns:a16="http://schemas.microsoft.com/office/drawing/2014/main" id="{0CC8AC1D-2A28-E4B1-3324-5761F9CB4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71438"/>
            <a:ext cx="4492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87ACCD72-BFC4-5C7F-67AB-1B38DC5BA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52513"/>
            <a:ext cx="1439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</a:t>
            </a:r>
            <a:r>
              <a:rPr lang="en-US" altLang="zh-TW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endParaRPr lang="en-US" altLang="zh-TW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4997838-EBE1-7CD6-F930-8C52A898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052513"/>
            <a:ext cx="722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108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C0D10B-C812-5BF1-35E6-1D63C2094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36838"/>
            <a:ext cx="206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5C223A13-13BB-DA10-9F6C-D9F6931A24F4}"/>
              </a:ext>
            </a:extLst>
          </p:cNvPr>
          <p:cNvGrpSpPr>
            <a:grpSpLocks/>
          </p:cNvGrpSpPr>
          <p:nvPr/>
        </p:nvGrpSpPr>
        <p:grpSpPr bwMode="auto">
          <a:xfrm>
            <a:off x="1492250" y="2333625"/>
            <a:ext cx="1127125" cy="733425"/>
            <a:chOff x="4631821" y="2590576"/>
            <a:chExt cx="1127935" cy="733738"/>
          </a:xfrm>
        </p:grpSpPr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2995D56B-C1AC-CBEC-A9D2-C9E60D5BFD32}"/>
                </a:ext>
              </a:extLst>
            </p:cNvPr>
            <p:cNvCxnSpPr/>
            <p:nvPr/>
          </p:nvCxnSpPr>
          <p:spPr>
            <a:xfrm flipV="1">
              <a:off x="4830402" y="2924093"/>
              <a:ext cx="929354" cy="6353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弧形 40">
              <a:extLst>
                <a:ext uri="{FF2B5EF4-FFF2-40B4-BE49-F238E27FC236}">
                  <a16:creationId xmlns:a16="http://schemas.microsoft.com/office/drawing/2014/main" id="{FF2836CA-69F7-45EF-522D-E5BA713959F4}"/>
                </a:ext>
              </a:extLst>
            </p:cNvPr>
            <p:cNvSpPr/>
            <p:nvPr/>
          </p:nvSpPr>
          <p:spPr>
            <a:xfrm>
              <a:off x="4631821" y="2590576"/>
              <a:ext cx="204935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79694AF2-3792-0725-FB8E-742F7A29CED3}"/>
              </a:ext>
            </a:extLst>
          </p:cNvPr>
          <p:cNvCxnSpPr/>
          <p:nvPr/>
        </p:nvCxnSpPr>
        <p:spPr>
          <a:xfrm flipV="1">
            <a:off x="1646238" y="3505200"/>
            <a:ext cx="1001712" cy="1270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C84BFAC1-BA0A-9C89-B447-1084EFC26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2159000"/>
            <a:ext cx="563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5EF09A3-56AC-0E25-F98E-92D88D28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0" y="3024188"/>
            <a:ext cx="5635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6EC4AB-4EB6-E19B-353B-33DD07A44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3448050"/>
            <a:ext cx="4111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80F076D-5B6E-E6CF-D96C-EBAEA8212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2155825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A8DCF5F-7EB5-6F3C-92EF-97CFAE3C0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700" y="2151063"/>
            <a:ext cx="5635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836E5FD-D062-25F3-01C7-2CDCDD749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75" y="3856038"/>
            <a:ext cx="8778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4 0</a:t>
            </a:r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DD1ABE6B-499B-C863-4E04-539EA75393E4}"/>
              </a:ext>
            </a:extLst>
          </p:cNvPr>
          <p:cNvCxnSpPr/>
          <p:nvPr/>
        </p:nvCxnSpPr>
        <p:spPr>
          <a:xfrm flipV="1">
            <a:off x="1646238" y="4362450"/>
            <a:ext cx="1030287" cy="15875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DC6DE92A-5A81-9D38-32CB-056F0CA0C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4305300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pic>
        <p:nvPicPr>
          <p:cNvPr id="29713" name="圖片 3">
            <a:extLst>
              <a:ext uri="{FF2B5EF4-FFF2-40B4-BE49-F238E27FC236}">
                <a16:creationId xmlns:a16="http://schemas.microsoft.com/office/drawing/2014/main" id="{B05E3C45-BB6A-EA99-3E3C-F78E59B89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157288"/>
            <a:ext cx="398145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4" name="矩形 2">
            <a:extLst>
              <a:ext uri="{FF2B5EF4-FFF2-40B4-BE49-F238E27FC236}">
                <a16:creationId xmlns:a16="http://schemas.microsoft.com/office/drawing/2014/main" id="{68BDF32A-AD2B-91E6-36F2-416436BAB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913" y="1281113"/>
            <a:ext cx="17287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驗算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15D1C25-B9C8-2910-47C5-3CA007577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093913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108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E471DDA-AC18-679B-043B-B8CEB1F8D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247332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FD860248-817A-AAC8-E173-7EB2F61912B2}"/>
              </a:ext>
            </a:extLst>
          </p:cNvPr>
          <p:cNvCxnSpPr/>
          <p:nvPr/>
        </p:nvCxnSpPr>
        <p:spPr>
          <a:xfrm flipV="1">
            <a:off x="6018213" y="2867025"/>
            <a:ext cx="1020762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8FF5E2E0-B528-D93F-F963-ACFF323F1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87178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82D0895-63CB-6289-464D-F5147E234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5805488"/>
            <a:ext cx="2168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108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串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F4A11D-3C2C-4751-E160-275E234A1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3448050"/>
            <a:ext cx="4111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4" grpId="0"/>
      <p:bldP spid="45" grpId="0"/>
      <p:bldP spid="54" grpId="0"/>
      <p:bldP spid="60" grpId="0"/>
      <p:bldP spid="61" grpId="0"/>
      <p:bldP spid="63" grpId="0"/>
      <p:bldP spid="6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圖片 1">
            <a:extLst>
              <a:ext uri="{FF2B5EF4-FFF2-40B4-BE49-F238E27FC236}">
                <a16:creationId xmlns:a16="http://schemas.microsoft.com/office/drawing/2014/main" id="{7AE0FF9E-DC9F-28D5-819D-2DF3EAF90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圖片 2">
            <a:extLst>
              <a:ext uri="{FF2B5EF4-FFF2-40B4-BE49-F238E27FC236}">
                <a16:creationId xmlns:a16="http://schemas.microsoft.com/office/drawing/2014/main" id="{F31F33DF-0D3B-D1E1-FAB4-32080BA8E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765175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圖片 3">
            <a:extLst>
              <a:ext uri="{FF2B5EF4-FFF2-40B4-BE49-F238E27FC236}">
                <a16:creationId xmlns:a16="http://schemas.microsoft.com/office/drawing/2014/main" id="{FF2FDE5E-4C05-B413-B516-C4311A9D9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221163"/>
            <a:ext cx="3603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矩形 24">
            <a:extLst>
              <a:ext uri="{FF2B5EF4-FFF2-40B4-BE49-F238E27FC236}">
                <a16:creationId xmlns:a16="http://schemas.microsoft.com/office/drawing/2014/main" id="{BEBAE532-C975-4576-9BDD-E3C3D5934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1062038"/>
            <a:ext cx="206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30726" name="群組 25">
            <a:extLst>
              <a:ext uri="{FF2B5EF4-FFF2-40B4-BE49-F238E27FC236}">
                <a16:creationId xmlns:a16="http://schemas.microsoft.com/office/drawing/2014/main" id="{25A66961-DB2E-7293-2326-14280251FC60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758825"/>
            <a:ext cx="1127125" cy="733425"/>
            <a:chOff x="4631821" y="2590576"/>
            <a:chExt cx="1127935" cy="733738"/>
          </a:xfrm>
        </p:grpSpPr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D030A791-F3C0-FD82-5F02-C8BF0C84BD15}"/>
                </a:ext>
              </a:extLst>
            </p:cNvPr>
            <p:cNvCxnSpPr/>
            <p:nvPr/>
          </p:nvCxnSpPr>
          <p:spPr>
            <a:xfrm flipV="1">
              <a:off x="4830402" y="2924093"/>
              <a:ext cx="929354" cy="63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弧形 27">
              <a:extLst>
                <a:ext uri="{FF2B5EF4-FFF2-40B4-BE49-F238E27FC236}">
                  <a16:creationId xmlns:a16="http://schemas.microsoft.com/office/drawing/2014/main" id="{46AF1BD1-5064-8B04-3251-2450A5884EB9}"/>
                </a:ext>
              </a:extLst>
            </p:cNvPr>
            <p:cNvSpPr/>
            <p:nvPr/>
          </p:nvSpPr>
          <p:spPr>
            <a:xfrm>
              <a:off x="4631821" y="2590576"/>
              <a:ext cx="204935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33A9B2CE-7F75-A06E-CE47-05F82C923129}"/>
              </a:ext>
            </a:extLst>
          </p:cNvPr>
          <p:cNvCxnSpPr/>
          <p:nvPr/>
        </p:nvCxnSpPr>
        <p:spPr>
          <a:xfrm flipV="1">
            <a:off x="1341438" y="1930400"/>
            <a:ext cx="1001712" cy="1270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B2C6E957-DC40-2A23-CB68-8F2377909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449388"/>
            <a:ext cx="8715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5B6A799-27E4-8AE9-B3B7-1F57BF56B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8" y="1873250"/>
            <a:ext cx="8778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FD00E47-5F11-6630-C2CC-20D4FCFF1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725" y="581025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7ABE13D-0541-B4D5-4462-B0F1EB168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900" y="581025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E2633C0-6654-9CDC-BEA3-D18F9EC5B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2279650"/>
            <a:ext cx="8778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5 6</a:t>
            </a: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D81172B-6DF0-1C6B-B9BE-A68ABB9F7A13}"/>
              </a:ext>
            </a:extLst>
          </p:cNvPr>
          <p:cNvCxnSpPr/>
          <p:nvPr/>
        </p:nvCxnSpPr>
        <p:spPr>
          <a:xfrm flipV="1">
            <a:off x="1341438" y="2787650"/>
            <a:ext cx="1030287" cy="14288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BCFFA0F9-172A-FCD0-1FE9-CDA11845D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550" y="2728913"/>
            <a:ext cx="5635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pic>
        <p:nvPicPr>
          <p:cNvPr id="30735" name="圖片 37">
            <a:extLst>
              <a:ext uri="{FF2B5EF4-FFF2-40B4-BE49-F238E27FC236}">
                <a16:creationId xmlns:a16="http://schemas.microsoft.com/office/drawing/2014/main" id="{319E77A3-4195-A3ED-C5C6-DA983571C4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492125"/>
            <a:ext cx="3455988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6" name="矩形 2">
            <a:extLst>
              <a:ext uri="{FF2B5EF4-FFF2-40B4-BE49-F238E27FC236}">
                <a16:creationId xmlns:a16="http://schemas.microsoft.com/office/drawing/2014/main" id="{EE6B3B65-C9A3-4000-1292-85683813C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0" y="615950"/>
            <a:ext cx="17287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驗算：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AB73B89-2658-E15C-DD19-76D8A9F02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42875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47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670EBAA-5065-E63F-9677-C3BFD6CD7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888" y="1808163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0DD7B887-6E83-6E83-C04B-35C62E6DC137}"/>
              </a:ext>
            </a:extLst>
          </p:cNvPr>
          <p:cNvCxnSpPr/>
          <p:nvPr/>
        </p:nvCxnSpPr>
        <p:spPr>
          <a:xfrm flipV="1">
            <a:off x="5226050" y="2201863"/>
            <a:ext cx="1020763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F75D632-1BD3-88A9-6D2D-5EB1CBE25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20662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376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741" name="矩形 43">
            <a:extLst>
              <a:ext uri="{FF2B5EF4-FFF2-40B4-BE49-F238E27FC236}">
                <a16:creationId xmlns:a16="http://schemas.microsoft.com/office/drawing/2014/main" id="{653C67F3-29CB-3E11-2596-4B8F22E0D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4665663"/>
            <a:ext cx="206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pSp>
        <p:nvGrpSpPr>
          <p:cNvPr id="30742" name="群組 44">
            <a:extLst>
              <a:ext uri="{FF2B5EF4-FFF2-40B4-BE49-F238E27FC236}">
                <a16:creationId xmlns:a16="http://schemas.microsoft.com/office/drawing/2014/main" id="{EDB279CD-CE1A-2642-0D9C-1DD5FC3F96FF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4362450"/>
            <a:ext cx="1127125" cy="733425"/>
            <a:chOff x="4631821" y="2590576"/>
            <a:chExt cx="1127935" cy="733738"/>
          </a:xfrm>
        </p:grpSpPr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F2ED7B92-DC8A-D750-EA64-3422A55D446E}"/>
                </a:ext>
              </a:extLst>
            </p:cNvPr>
            <p:cNvCxnSpPr/>
            <p:nvPr/>
          </p:nvCxnSpPr>
          <p:spPr>
            <a:xfrm flipV="1">
              <a:off x="4830402" y="2924093"/>
              <a:ext cx="929354" cy="63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弧形 46">
              <a:extLst>
                <a:ext uri="{FF2B5EF4-FFF2-40B4-BE49-F238E27FC236}">
                  <a16:creationId xmlns:a16="http://schemas.microsoft.com/office/drawing/2014/main" id="{794527C6-E58A-9405-A5AD-2AB7A771608E}"/>
                </a:ext>
              </a:extLst>
            </p:cNvPr>
            <p:cNvSpPr/>
            <p:nvPr/>
          </p:nvSpPr>
          <p:spPr>
            <a:xfrm>
              <a:off x="4631821" y="2590576"/>
              <a:ext cx="204935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E22C6DC0-FBF9-4E91-399A-4223FAA67DB6}"/>
              </a:ext>
            </a:extLst>
          </p:cNvPr>
          <p:cNvCxnSpPr/>
          <p:nvPr/>
        </p:nvCxnSpPr>
        <p:spPr>
          <a:xfrm flipV="1">
            <a:off x="1354138" y="5534025"/>
            <a:ext cx="1001712" cy="1270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57C97ED5-0F18-14ED-AAB4-787301432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25" y="4184650"/>
            <a:ext cx="563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9D01BD0-C84F-A500-447E-1364C0F15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5053013"/>
            <a:ext cx="5635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63BC4AC-937B-2146-AAFE-3D25A29FF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5476875"/>
            <a:ext cx="4397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F5E2176-251F-3EE9-364C-9A551C8D0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425" y="4184650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3D0A1E8-27F6-29F4-CAAC-A554ED165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184650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D7E9E6B-8B49-882F-34C5-5842CB176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275" y="5884863"/>
            <a:ext cx="8778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2 7</a:t>
            </a:r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345C39BD-C938-52C2-A847-41F6600BD93F}"/>
              </a:ext>
            </a:extLst>
          </p:cNvPr>
          <p:cNvCxnSpPr/>
          <p:nvPr/>
        </p:nvCxnSpPr>
        <p:spPr>
          <a:xfrm flipV="1">
            <a:off x="1354138" y="6391275"/>
            <a:ext cx="1030287" cy="15875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9AD6BF5E-57BB-22E1-A895-8EABEB542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6334125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pic>
        <p:nvPicPr>
          <p:cNvPr id="30752" name="圖片 66">
            <a:extLst>
              <a:ext uri="{FF2B5EF4-FFF2-40B4-BE49-F238E27FC236}">
                <a16:creationId xmlns:a16="http://schemas.microsoft.com/office/drawing/2014/main" id="{170A558F-A401-86E4-FA86-4486F7177D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4095750"/>
            <a:ext cx="3455988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3" name="矩形 2">
            <a:extLst>
              <a:ext uri="{FF2B5EF4-FFF2-40B4-BE49-F238E27FC236}">
                <a16:creationId xmlns:a16="http://schemas.microsoft.com/office/drawing/2014/main" id="{BE87024D-F37A-758C-F2CD-491F70F6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4219575"/>
            <a:ext cx="17287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驗算：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8E60AFC-8EBB-BD5A-0E17-CC6D8A1E9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5033963"/>
            <a:ext cx="739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103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F6748EC-E3BC-94B5-10F5-2B9A6DFBF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88" y="541337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F0659769-C716-9D73-4A72-034CEB6D8512}"/>
              </a:ext>
            </a:extLst>
          </p:cNvPr>
          <p:cNvCxnSpPr/>
          <p:nvPr/>
        </p:nvCxnSpPr>
        <p:spPr>
          <a:xfrm flipV="1">
            <a:off x="5238750" y="5805488"/>
            <a:ext cx="1020763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DF200403-23A7-4817-0593-AB47A67C2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5811838"/>
            <a:ext cx="739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927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1ACC03-0C29-6A3F-6142-FA8EF022C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050" y="5476875"/>
            <a:ext cx="4397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5" grpId="0"/>
      <p:bldP spid="40" grpId="0"/>
      <p:bldP spid="41" grpId="0"/>
      <p:bldP spid="43" grpId="0"/>
      <p:bldP spid="49" grpId="0"/>
      <p:bldP spid="50" grpId="0"/>
      <p:bldP spid="54" grpId="0"/>
      <p:bldP spid="79" grpId="0"/>
      <p:bldP spid="80" grpId="0"/>
      <p:bldP spid="8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AB3A470-81C0-CE77-0EF3-D54738F21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0" y="4799013"/>
            <a:ext cx="950913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0C83DD4-D53C-FD30-4946-5439E0506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1052513"/>
            <a:ext cx="3673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 )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…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8" name="矩形 2">
            <a:extLst>
              <a:ext uri="{FF2B5EF4-FFF2-40B4-BE49-F238E27FC236}">
                <a16:creationId xmlns:a16="http://schemas.microsoft.com/office/drawing/2014/main" id="{8E641F8C-3750-AF53-A73B-59CA86552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86439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學校買了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82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個盤子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平分給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個班級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每個班分到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個盤子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還剩下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DDB3D1-0ADA-A5DC-4C4B-E4CA5E29B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338" y="1873250"/>
            <a:ext cx="165100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7   8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695B191C-34AE-5860-E072-813CA1584A51}"/>
              </a:ext>
            </a:extLst>
          </p:cNvPr>
          <p:cNvGrpSpPr>
            <a:grpSpLocks/>
          </p:cNvGrpSpPr>
          <p:nvPr/>
        </p:nvGrpSpPr>
        <p:grpSpPr bwMode="auto">
          <a:xfrm>
            <a:off x="688975" y="1565275"/>
            <a:ext cx="919163" cy="733425"/>
            <a:chOff x="4631821" y="2590576"/>
            <a:chExt cx="919237" cy="733738"/>
          </a:xfrm>
        </p:grpSpPr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84AF861C-6E1F-1376-B2BC-C7A84F9A5F3C}"/>
                </a:ext>
              </a:extLst>
            </p:cNvPr>
            <p:cNvCxnSpPr/>
            <p:nvPr/>
          </p:nvCxnSpPr>
          <p:spPr>
            <a:xfrm flipV="1">
              <a:off x="4830275" y="2930446"/>
              <a:ext cx="7207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1F0C4C0F-464D-8008-CF11-F1E2E82124FD}"/>
                </a:ext>
              </a:extLst>
            </p:cNvPr>
            <p:cNvSpPr/>
            <p:nvPr/>
          </p:nvSpPr>
          <p:spPr>
            <a:xfrm>
              <a:off x="4631821" y="2590576"/>
              <a:ext cx="204804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FA4EA43E-A428-0BDA-D92A-6826C67E37EA}"/>
              </a:ext>
            </a:extLst>
          </p:cNvPr>
          <p:cNvCxnSpPr/>
          <p:nvPr/>
        </p:nvCxnSpPr>
        <p:spPr>
          <a:xfrm>
            <a:off x="792163" y="2751138"/>
            <a:ext cx="8080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C72526C5-5894-6A3E-1B64-E93724367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1400175"/>
            <a:ext cx="563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3CC0A9-250B-22C0-C581-4925C51EF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2257425"/>
            <a:ext cx="919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55EAAB-8CE8-47DE-DC60-915F337B0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2779713"/>
            <a:ext cx="825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1  2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B8AE7EF-47D9-5651-573A-90270BD3B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1397000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7C418D-A3A8-5D8B-088C-7B35CF10A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3168650"/>
            <a:ext cx="831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2F9A8C49-0691-9091-6983-F2A315F01AE8}"/>
              </a:ext>
            </a:extLst>
          </p:cNvPr>
          <p:cNvCxnSpPr/>
          <p:nvPr/>
        </p:nvCxnSpPr>
        <p:spPr>
          <a:xfrm>
            <a:off x="792163" y="3600450"/>
            <a:ext cx="8080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B204B8D-4881-8D54-21CF-EEAE38F3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3629025"/>
            <a:ext cx="5635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1" name="矩形 2">
            <a:extLst>
              <a:ext uri="{FF2B5EF4-FFF2-40B4-BE49-F238E27FC236}">
                <a16:creationId xmlns:a16="http://schemas.microsoft.com/office/drawing/2014/main" id="{0AA3CACB-7FE5-A259-3B75-FCAA0E383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3998913"/>
            <a:ext cx="86439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要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麼驗算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id="{B05D86EC-81EA-C41C-B38B-7BF8A13FC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3422650"/>
            <a:ext cx="5653087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11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個盤子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還剩下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5FFCB59-AE78-0C5A-3557-82B13F59F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044575"/>
            <a:ext cx="4810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3023267-5BA0-26B8-33A6-166D20845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22922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1  1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19C1CED-A185-3FDF-9888-375230532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5608638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E391BF57-A371-C429-789B-1619438D430B}"/>
              </a:ext>
            </a:extLst>
          </p:cNvPr>
          <p:cNvCxnSpPr/>
          <p:nvPr/>
        </p:nvCxnSpPr>
        <p:spPr>
          <a:xfrm>
            <a:off x="179388" y="6016625"/>
            <a:ext cx="1089025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C8D85CEB-B096-FAE1-01A3-363EC65AF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00710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7  7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1" name="圓角矩形圖說文字 50">
            <a:extLst>
              <a:ext uri="{FF2B5EF4-FFF2-40B4-BE49-F238E27FC236}">
                <a16:creationId xmlns:a16="http://schemas.microsoft.com/office/drawing/2014/main" id="{4860B516-B45C-F843-0C8C-FDCE64474B0D}"/>
              </a:ext>
            </a:extLst>
          </p:cNvPr>
          <p:cNvSpPr/>
          <p:nvPr/>
        </p:nvSpPr>
        <p:spPr bwMode="auto">
          <a:xfrm>
            <a:off x="2895600" y="4724400"/>
            <a:ext cx="5100638" cy="2017713"/>
          </a:xfrm>
          <a:prstGeom prst="wedgeRoundRectCallout">
            <a:avLst>
              <a:gd name="adj1" fmla="val 52658"/>
              <a:gd name="adj2" fmla="val -5222"/>
              <a:gd name="adj3" fmla="val 16667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平分後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，</a:t>
            </a:r>
            <a:r>
              <a:rPr lang="zh-TW" altLang="en-US" sz="2400" dirty="0">
                <a:latin typeface="Times New Roman" pitchFamily="18" charset="0"/>
                <a:ea typeface="書法中楷（破音二）" pitchFamily="49" charset="-120"/>
                <a:cs typeface="Times New Roman" pitchFamily="18" charset="0"/>
              </a:rPr>
              <a:t>一</a:t>
            </a:r>
            <a:r>
              <a:rPr lang="zh-TW" altLang="en-US" sz="2400" dirty="0"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個班級分到</a:t>
            </a: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11</a:t>
            </a:r>
            <a:r>
              <a:rPr lang="zh-TW" altLang="en-US" sz="2400" dirty="0"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個盤子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，</a:t>
            </a:r>
            <a:r>
              <a:rPr lang="en-US" altLang="zh-TW" sz="2400" dirty="0">
                <a:latin typeface="Times New Roman" pitchFamily="18" charset="0"/>
                <a:ea typeface="書法中楷（注音一）" pitchFamily="49" charset="-120"/>
              </a:rPr>
              <a:t>7</a:t>
            </a:r>
            <a:r>
              <a:rPr lang="zh-TW" altLang="en-US" sz="2400" dirty="0">
                <a:latin typeface="Times New Roman" pitchFamily="18" charset="0"/>
                <a:ea typeface="書法中楷（注音一）" pitchFamily="49" charset="-120"/>
              </a:rPr>
              <a:t>個班級共有</a:t>
            </a: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latin typeface="Times New Roman" pitchFamily="18" charset="0"/>
                <a:ea typeface="書法中楷（注音一）" pitchFamily="49" charset="-120"/>
              </a:rPr>
              <a:t>11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 sz="2400" dirty="0">
                <a:latin typeface="Times New Roman" pitchFamily="18" charset="0"/>
                <a:ea typeface="書法中楷（注音一）" pitchFamily="49" charset="-120"/>
              </a:rPr>
              <a:t>7</a:t>
            </a:r>
            <a:r>
              <a:rPr lang="zh-TW" altLang="en-US" sz="2400" dirty="0"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TW" sz="2400" dirty="0">
                <a:latin typeface="Times New Roman" pitchFamily="18" charset="0"/>
                <a:ea typeface="書法中楷（注音一）" pitchFamily="49" charset="-120"/>
              </a:rPr>
              <a:t>77(</a:t>
            </a:r>
            <a:r>
              <a:rPr lang="zh-TW" altLang="en-US" sz="2400" dirty="0">
                <a:latin typeface="Times New Roman" pitchFamily="18" charset="0"/>
                <a:ea typeface="書法中楷（注音一）" pitchFamily="49" charset="-120"/>
              </a:rPr>
              <a:t>個</a:t>
            </a:r>
            <a:r>
              <a:rPr lang="en-US" altLang="zh-TW" sz="2400" dirty="0">
                <a:latin typeface="Times New Roman" pitchFamily="18" charset="0"/>
                <a:ea typeface="書法中楷（注音一）" pitchFamily="49" charset="-120"/>
              </a:rPr>
              <a:t>)</a:t>
            </a:r>
            <a:r>
              <a:rPr lang="zh-TW" altLang="en-US" sz="2400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TW" altLang="en-US" sz="2400" dirty="0">
                <a:latin typeface="Times New Roman" pitchFamily="18" charset="0"/>
                <a:ea typeface="書法中楷（注音一）" pitchFamily="49" charset="-120"/>
              </a:rPr>
              <a:t>加上剩下</a:t>
            </a: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itchFamily="18" charset="0"/>
                <a:ea typeface="書法中楷（注音一）" pitchFamily="49" charset="-120"/>
              </a:rPr>
              <a:t>的</a:t>
            </a:r>
            <a:r>
              <a:rPr lang="en-US" altLang="zh-TW" sz="2400" dirty="0">
                <a:latin typeface="Times New Roman" pitchFamily="18" charset="0"/>
                <a:ea typeface="書法中楷（注音一）" pitchFamily="49" charset="-120"/>
              </a:rPr>
              <a:t>5</a:t>
            </a:r>
            <a:r>
              <a:rPr lang="zh-TW" altLang="en-US" sz="2400" dirty="0">
                <a:latin typeface="Times New Roman" pitchFamily="18" charset="0"/>
                <a:ea typeface="書法中楷（注音一）" pitchFamily="49" charset="-120"/>
              </a:rPr>
              <a:t>個</a:t>
            </a:r>
            <a:r>
              <a:rPr lang="zh-TW" altLang="en-US" sz="2400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TW" altLang="en-US" sz="2400" dirty="0">
                <a:latin typeface="Times New Roman" pitchFamily="18" charset="0"/>
                <a:ea typeface="書法中楷（注音一）" pitchFamily="49" charset="-120"/>
              </a:rPr>
              <a:t>就有        個</a:t>
            </a:r>
            <a:r>
              <a:rPr lang="zh-TW" altLang="en-US" sz="2400" dirty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pic>
        <p:nvPicPr>
          <p:cNvPr id="31767" name="圖片 4">
            <a:extLst>
              <a:ext uri="{FF2B5EF4-FFF2-40B4-BE49-F238E27FC236}">
                <a16:creationId xmlns:a16="http://schemas.microsoft.com/office/drawing/2014/main" id="{AC5543E7-60CE-E054-D315-60BD5E63C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95250"/>
            <a:ext cx="449263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61DC1FF3-C0B3-3874-26E2-F7A5B572E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063625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EEF01A7-EDD4-D811-F91C-2363B068E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523398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7 7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916B168-D75D-9432-0416-CC11ED538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5589588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FF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5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567804A0-D00B-B525-8C21-F036EC23AFFD}"/>
              </a:ext>
            </a:extLst>
          </p:cNvPr>
          <p:cNvCxnSpPr/>
          <p:nvPr/>
        </p:nvCxnSpPr>
        <p:spPr>
          <a:xfrm>
            <a:off x="1601788" y="6021388"/>
            <a:ext cx="1089025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2DE7271F-0620-238C-9614-869D4D342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011863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1" name="Picture 3">
            <a:extLst>
              <a:ext uri="{FF2B5EF4-FFF2-40B4-BE49-F238E27FC236}">
                <a16:creationId xmlns:a16="http://schemas.microsoft.com/office/drawing/2014/main" id="{D3A9E771-906E-8526-0409-854ABCE7F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3" y="6170613"/>
            <a:ext cx="557212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B6331FFB-E475-D57D-1AFB-C92C79C27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613" y="6161088"/>
            <a:ext cx="611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82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6" grpId="0"/>
      <p:bldP spid="42" grpId="0"/>
      <p:bldP spid="48" grpId="0"/>
      <p:bldP spid="50" grpId="0"/>
      <p:bldP spid="51" grpId="0" animBg="1"/>
      <p:bldP spid="35" grpId="0"/>
      <p:bldP spid="37" grpId="0"/>
      <p:bldP spid="38" grpId="0"/>
      <p:bldP spid="40" grpId="0"/>
      <p:bldP spid="4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2">
            <a:extLst>
              <a:ext uri="{FF2B5EF4-FFF2-40B4-BE49-F238E27FC236}">
                <a16:creationId xmlns:a16="http://schemas.microsoft.com/office/drawing/2014/main" id="{222612F3-98EB-FF27-BD3E-D528E5239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86439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麵 包店有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645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個麵包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個裝</a:t>
            </a:r>
            <a:r>
              <a:rPr lang="zh-TW" altLang="en-US" sz="26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盒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最多可以裝成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盒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還剩下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個麵包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590F82E-98CA-D0E7-8D7F-78B7E9E3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52513"/>
            <a:ext cx="1439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645</a:t>
            </a:r>
            <a:r>
              <a:rPr lang="en-US" altLang="zh-TW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endParaRPr lang="en-US" altLang="zh-TW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2F884BD-B19C-272C-39DD-F962AF1F4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438" y="1052513"/>
            <a:ext cx="1262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161</a:t>
            </a:r>
            <a:r>
              <a:rPr lang="en-US" altLang="zh-TW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1741FDA-1043-E176-4306-D7DC1BD06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36838"/>
            <a:ext cx="206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3C59C3E5-F84C-771C-4868-29B07426A4AE}"/>
              </a:ext>
            </a:extLst>
          </p:cNvPr>
          <p:cNvGrpSpPr>
            <a:grpSpLocks/>
          </p:cNvGrpSpPr>
          <p:nvPr/>
        </p:nvGrpSpPr>
        <p:grpSpPr bwMode="auto">
          <a:xfrm>
            <a:off x="1492250" y="2333625"/>
            <a:ext cx="1127125" cy="733425"/>
            <a:chOff x="4631821" y="2590576"/>
            <a:chExt cx="1127935" cy="733738"/>
          </a:xfrm>
        </p:grpSpPr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3FDD21CA-7EB5-F0B4-B04F-A2956BAA85B4}"/>
                </a:ext>
              </a:extLst>
            </p:cNvPr>
            <p:cNvCxnSpPr/>
            <p:nvPr/>
          </p:nvCxnSpPr>
          <p:spPr>
            <a:xfrm flipV="1">
              <a:off x="4830402" y="2924093"/>
              <a:ext cx="929354" cy="6353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弧形 40">
              <a:extLst>
                <a:ext uri="{FF2B5EF4-FFF2-40B4-BE49-F238E27FC236}">
                  <a16:creationId xmlns:a16="http://schemas.microsoft.com/office/drawing/2014/main" id="{4B4290E2-1443-F201-1E71-37477D6587C4}"/>
                </a:ext>
              </a:extLst>
            </p:cNvPr>
            <p:cNvSpPr/>
            <p:nvPr/>
          </p:nvSpPr>
          <p:spPr>
            <a:xfrm>
              <a:off x="4631821" y="2590576"/>
              <a:ext cx="204935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D2B57F7E-8280-3BEB-317C-7B438063C402}"/>
              </a:ext>
            </a:extLst>
          </p:cNvPr>
          <p:cNvCxnSpPr/>
          <p:nvPr/>
        </p:nvCxnSpPr>
        <p:spPr>
          <a:xfrm flipV="1">
            <a:off x="1646238" y="3505200"/>
            <a:ext cx="1001712" cy="1270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B49EF03E-A37A-5DB4-1FA9-502410E77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2176463"/>
            <a:ext cx="563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1BCA9E5-8656-CDA3-47F2-935250AE5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2997200"/>
            <a:ext cx="6492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5A91060-5C2E-B987-DC83-6B5091CA7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588" y="3448050"/>
            <a:ext cx="768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75E229E-34C3-6C00-A91B-E02B34D1B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2155825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5596802-A928-A140-F19D-595729FC8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700" y="2168525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53F2D17-B387-3B30-FA83-B4F416CA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3856038"/>
            <a:ext cx="777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58029E09-1A1B-2697-246D-BE459C583561}"/>
              </a:ext>
            </a:extLst>
          </p:cNvPr>
          <p:cNvCxnSpPr/>
          <p:nvPr/>
        </p:nvCxnSpPr>
        <p:spPr>
          <a:xfrm flipV="1">
            <a:off x="1646238" y="4362450"/>
            <a:ext cx="1030287" cy="15875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DBC72968-C7D7-948E-6882-5ADA28FC6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4305300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32784" name="圖片 3">
            <a:extLst>
              <a:ext uri="{FF2B5EF4-FFF2-40B4-BE49-F238E27FC236}">
                <a16:creationId xmlns:a16="http://schemas.microsoft.com/office/drawing/2014/main" id="{7642D211-F8C2-21A4-B500-3636AA4EF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157288"/>
            <a:ext cx="398145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85" name="矩形 2">
            <a:extLst>
              <a:ext uri="{FF2B5EF4-FFF2-40B4-BE49-F238E27FC236}">
                <a16:creationId xmlns:a16="http://schemas.microsoft.com/office/drawing/2014/main" id="{D3EC60A9-6D06-2742-F70E-AC1038306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913" y="1281113"/>
            <a:ext cx="17287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驗算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5B57924-21E9-A2EB-16BB-29B3FC85F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338" y="207962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161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4C360C8-2C8C-E006-2E51-4FFDCC190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459038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CA4C2853-3B72-FAAE-52EA-F449EC23360A}"/>
              </a:ext>
            </a:extLst>
          </p:cNvPr>
          <p:cNvCxnSpPr/>
          <p:nvPr/>
        </p:nvCxnSpPr>
        <p:spPr>
          <a:xfrm flipV="1">
            <a:off x="5394325" y="2852738"/>
            <a:ext cx="1020763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1B43428C-9A00-9816-BEA5-BA12C2DA2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338" y="285750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2D7F1AE-AB84-7105-EFD3-809022345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805488"/>
            <a:ext cx="3321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161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盒，剩下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</a:p>
        </p:txBody>
      </p:sp>
      <p:pic>
        <p:nvPicPr>
          <p:cNvPr id="32791" name="圖片 5">
            <a:extLst>
              <a:ext uri="{FF2B5EF4-FFF2-40B4-BE49-F238E27FC236}">
                <a16:creationId xmlns:a16="http://schemas.microsoft.com/office/drawing/2014/main" id="{A263F040-F345-DCD5-D5BB-80FE52195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85725"/>
            <a:ext cx="4540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5F3E0D57-D198-E30B-0349-FBE8995F5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4695825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F9F6467E-0E2E-EFAA-15C3-CB52FBA436C1}"/>
              </a:ext>
            </a:extLst>
          </p:cNvPr>
          <p:cNvCxnSpPr/>
          <p:nvPr/>
        </p:nvCxnSpPr>
        <p:spPr>
          <a:xfrm flipV="1">
            <a:off x="1617663" y="5159375"/>
            <a:ext cx="1030287" cy="15875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217B4B4-F23A-27EA-7463-523AE2F4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5145088"/>
            <a:ext cx="5635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2DA4A7B-15DE-2A9B-13A6-491B71FB6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207962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73EFC24-FF9D-1A02-CE56-F5FE471B2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0063" y="2459038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3D807DCF-494D-8D27-63B7-1C93E8A4CB7A}"/>
              </a:ext>
            </a:extLst>
          </p:cNvPr>
          <p:cNvCxnSpPr/>
          <p:nvPr/>
        </p:nvCxnSpPr>
        <p:spPr>
          <a:xfrm flipV="1">
            <a:off x="6880225" y="2852738"/>
            <a:ext cx="1020763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96832AFD-425A-E0EB-89E4-B271622E1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285750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645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4" grpId="0"/>
      <p:bldP spid="45" grpId="0"/>
      <p:bldP spid="54" grpId="0"/>
      <p:bldP spid="60" grpId="0"/>
      <p:bldP spid="61" grpId="0"/>
      <p:bldP spid="63" grpId="0"/>
      <p:bldP spid="64" grpId="0"/>
      <p:bldP spid="30" grpId="0"/>
      <p:bldP spid="31" grpId="0"/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圖片 2">
            <a:extLst>
              <a:ext uri="{FF2B5EF4-FFF2-40B4-BE49-F238E27FC236}">
                <a16:creationId xmlns:a16="http://schemas.microsoft.com/office/drawing/2014/main" id="{8F704223-B2CC-292F-95FC-6BA2D78EF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3" y="836613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圖片 3">
            <a:extLst>
              <a:ext uri="{FF2B5EF4-FFF2-40B4-BE49-F238E27FC236}">
                <a16:creationId xmlns:a16="http://schemas.microsoft.com/office/drawing/2014/main" id="{4B28F93E-58C0-CA21-0974-B51767774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3" y="4437063"/>
            <a:ext cx="360362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圖片 1">
            <a:extLst>
              <a:ext uri="{FF2B5EF4-FFF2-40B4-BE49-F238E27FC236}">
                <a16:creationId xmlns:a16="http://schemas.microsoft.com/office/drawing/2014/main" id="{C99789ED-2817-9F02-DF74-064C3460F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矩形 55">
            <a:extLst>
              <a:ext uri="{FF2B5EF4-FFF2-40B4-BE49-F238E27FC236}">
                <a16:creationId xmlns:a16="http://schemas.microsoft.com/office/drawing/2014/main" id="{C4FF78E5-4B97-DED8-4BE7-450862BDF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030288"/>
            <a:ext cx="206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grpSp>
        <p:nvGrpSpPr>
          <p:cNvPr id="33798" name="群組 56">
            <a:extLst>
              <a:ext uri="{FF2B5EF4-FFF2-40B4-BE49-F238E27FC236}">
                <a16:creationId xmlns:a16="http://schemas.microsoft.com/office/drawing/2014/main" id="{A341D726-6E9E-0864-1A4B-E8947A0E51C5}"/>
              </a:ext>
            </a:extLst>
          </p:cNvPr>
          <p:cNvGrpSpPr>
            <a:grpSpLocks/>
          </p:cNvGrpSpPr>
          <p:nvPr/>
        </p:nvGrpSpPr>
        <p:grpSpPr bwMode="auto">
          <a:xfrm>
            <a:off x="1581150" y="727075"/>
            <a:ext cx="1127125" cy="733425"/>
            <a:chOff x="4631821" y="2590576"/>
            <a:chExt cx="1127935" cy="733738"/>
          </a:xfrm>
        </p:grpSpPr>
        <p:cxnSp>
          <p:nvCxnSpPr>
            <p:cNvPr id="58" name="直線接點 57">
              <a:extLst>
                <a:ext uri="{FF2B5EF4-FFF2-40B4-BE49-F238E27FC236}">
                  <a16:creationId xmlns:a16="http://schemas.microsoft.com/office/drawing/2014/main" id="{B8F0E3B4-058A-EDAF-D07D-D18B4A5F95F8}"/>
                </a:ext>
              </a:extLst>
            </p:cNvPr>
            <p:cNvCxnSpPr/>
            <p:nvPr/>
          </p:nvCxnSpPr>
          <p:spPr>
            <a:xfrm flipV="1">
              <a:off x="4830402" y="2924093"/>
              <a:ext cx="929354" cy="63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弧形 58">
              <a:extLst>
                <a:ext uri="{FF2B5EF4-FFF2-40B4-BE49-F238E27FC236}">
                  <a16:creationId xmlns:a16="http://schemas.microsoft.com/office/drawing/2014/main" id="{E00EC3E9-E5E8-6E73-0F62-4259315229D9}"/>
                </a:ext>
              </a:extLst>
            </p:cNvPr>
            <p:cNvSpPr/>
            <p:nvPr/>
          </p:nvSpPr>
          <p:spPr>
            <a:xfrm>
              <a:off x="4631821" y="2590576"/>
              <a:ext cx="204935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490B5E12-D95E-6E0B-9C68-A4100DFABB0C}"/>
              </a:ext>
            </a:extLst>
          </p:cNvPr>
          <p:cNvCxnSpPr/>
          <p:nvPr/>
        </p:nvCxnSpPr>
        <p:spPr>
          <a:xfrm flipV="1">
            <a:off x="1735138" y="1898650"/>
            <a:ext cx="1001712" cy="1270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0D563E09-0576-96C2-C358-032E461BA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1417638"/>
            <a:ext cx="858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70FA45E-449F-9529-ED9A-7D1FD725A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1841500"/>
            <a:ext cx="1120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2 8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B1D96D8-DBC1-8C42-6241-E8232167F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549275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58A155C-E950-0540-4681-3BDA0E3F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49275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E81476F-48AC-BF4B-E487-D788EA402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220913"/>
            <a:ext cx="7794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6718E2E4-1B4A-6051-D74B-7739DFC64107}"/>
              </a:ext>
            </a:extLst>
          </p:cNvPr>
          <p:cNvCxnSpPr/>
          <p:nvPr/>
        </p:nvCxnSpPr>
        <p:spPr>
          <a:xfrm flipV="1">
            <a:off x="1735138" y="2755900"/>
            <a:ext cx="1030287" cy="15875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C4EA74C7-BE08-CB12-67E4-BE0CF8525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0" y="2697163"/>
            <a:ext cx="5635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33807" name="圖片 71">
            <a:extLst>
              <a:ext uri="{FF2B5EF4-FFF2-40B4-BE49-F238E27FC236}">
                <a16:creationId xmlns:a16="http://schemas.microsoft.com/office/drawing/2014/main" id="{FB03A24B-ADFC-B1FD-7503-F3DD6ADC77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460375"/>
            <a:ext cx="398145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8" name="矩形 2">
            <a:extLst>
              <a:ext uri="{FF2B5EF4-FFF2-40B4-BE49-F238E27FC236}">
                <a16:creationId xmlns:a16="http://schemas.microsoft.com/office/drawing/2014/main" id="{78F0B0DB-1D32-0119-1376-991D2B8C0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0" y="584200"/>
            <a:ext cx="17287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驗算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163F042-4480-DBD0-AB7B-F2F250463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1382713"/>
            <a:ext cx="588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FC8A665-BCC4-5521-96BB-9BB5332F1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76212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60D646A7-28EC-FD00-B407-A0A64585BAF4}"/>
              </a:ext>
            </a:extLst>
          </p:cNvPr>
          <p:cNvCxnSpPr/>
          <p:nvPr/>
        </p:nvCxnSpPr>
        <p:spPr>
          <a:xfrm flipV="1">
            <a:off x="4602163" y="2155825"/>
            <a:ext cx="1020762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8DC92FEF-A551-5E64-EB0F-06E236DDD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216058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564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CF8D69F-9112-F8D6-6765-D1193E869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075" y="1382713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564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FDC9BCB-2FFD-C77F-66A0-73C9FEE3E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176212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36B14F14-374E-FBD9-516D-05549AE0348C}"/>
              </a:ext>
            </a:extLst>
          </p:cNvPr>
          <p:cNvCxnSpPr/>
          <p:nvPr/>
        </p:nvCxnSpPr>
        <p:spPr>
          <a:xfrm flipV="1">
            <a:off x="6088063" y="2155825"/>
            <a:ext cx="1020762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30D49711-374C-A143-601E-2C9040A9E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075" y="216058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568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817" name="矩形 102">
            <a:extLst>
              <a:ext uri="{FF2B5EF4-FFF2-40B4-BE49-F238E27FC236}">
                <a16:creationId xmlns:a16="http://schemas.microsoft.com/office/drawing/2014/main" id="{08641AC4-0CA4-A392-DDEC-C27E6E011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4564063"/>
            <a:ext cx="2068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33818" name="群組 103">
            <a:extLst>
              <a:ext uri="{FF2B5EF4-FFF2-40B4-BE49-F238E27FC236}">
                <a16:creationId xmlns:a16="http://schemas.microsoft.com/office/drawing/2014/main" id="{94829E9F-DF4E-88A3-4643-4563B65F0F9C}"/>
              </a:ext>
            </a:extLst>
          </p:cNvPr>
          <p:cNvGrpSpPr>
            <a:grpSpLocks/>
          </p:cNvGrpSpPr>
          <p:nvPr/>
        </p:nvGrpSpPr>
        <p:grpSpPr bwMode="auto">
          <a:xfrm>
            <a:off x="1792288" y="4260850"/>
            <a:ext cx="1127125" cy="733425"/>
            <a:chOff x="4631821" y="2590576"/>
            <a:chExt cx="1127935" cy="733738"/>
          </a:xfrm>
        </p:grpSpPr>
        <p:cxnSp>
          <p:nvCxnSpPr>
            <p:cNvPr id="105" name="直線接點 104">
              <a:extLst>
                <a:ext uri="{FF2B5EF4-FFF2-40B4-BE49-F238E27FC236}">
                  <a16:creationId xmlns:a16="http://schemas.microsoft.com/office/drawing/2014/main" id="{41C88795-4923-5CB9-4D89-37948C23D978}"/>
                </a:ext>
              </a:extLst>
            </p:cNvPr>
            <p:cNvCxnSpPr/>
            <p:nvPr/>
          </p:nvCxnSpPr>
          <p:spPr>
            <a:xfrm flipV="1">
              <a:off x="4830401" y="2924093"/>
              <a:ext cx="929355" cy="63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弧形 105">
              <a:extLst>
                <a:ext uri="{FF2B5EF4-FFF2-40B4-BE49-F238E27FC236}">
                  <a16:creationId xmlns:a16="http://schemas.microsoft.com/office/drawing/2014/main" id="{D74537F1-B382-E3F9-5531-A771F144FD8E}"/>
                </a:ext>
              </a:extLst>
            </p:cNvPr>
            <p:cNvSpPr/>
            <p:nvPr/>
          </p:nvSpPr>
          <p:spPr>
            <a:xfrm>
              <a:off x="4631821" y="2590576"/>
              <a:ext cx="204934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253CDD5A-5720-513F-AE0B-5B792AACC950}"/>
              </a:ext>
            </a:extLst>
          </p:cNvPr>
          <p:cNvCxnSpPr/>
          <p:nvPr/>
        </p:nvCxnSpPr>
        <p:spPr>
          <a:xfrm flipV="1">
            <a:off x="1946275" y="5432425"/>
            <a:ext cx="1001713" cy="1270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763EC345-9910-5679-6C5D-13F94A56C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4951413"/>
            <a:ext cx="5889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7892AA7-D091-5C7A-87AF-192ADAC92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5375275"/>
            <a:ext cx="366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F46B6B8-4916-9AEF-FD38-3D4CC1957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4083050"/>
            <a:ext cx="5635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08EF46D-7857-3ED9-1F26-A8A2FA352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083050"/>
            <a:ext cx="5635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FD055E8F-1C87-7AD9-5E61-D87122373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5754688"/>
            <a:ext cx="777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D9180A67-BECF-A9FB-1D77-AF583B58CB75}"/>
              </a:ext>
            </a:extLst>
          </p:cNvPr>
          <p:cNvCxnSpPr/>
          <p:nvPr/>
        </p:nvCxnSpPr>
        <p:spPr>
          <a:xfrm flipV="1">
            <a:off x="1946275" y="6289675"/>
            <a:ext cx="1030288" cy="15875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9FCAEB1B-45B1-89AF-4740-F4FD120E2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6232525"/>
            <a:ext cx="5635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33827" name="圖片 114">
            <a:extLst>
              <a:ext uri="{FF2B5EF4-FFF2-40B4-BE49-F238E27FC236}">
                <a16:creationId xmlns:a16="http://schemas.microsoft.com/office/drawing/2014/main" id="{3892F5FC-D3D2-C191-FA04-219F4EEE02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3813175"/>
            <a:ext cx="398145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28" name="矩形 2">
            <a:extLst>
              <a:ext uri="{FF2B5EF4-FFF2-40B4-BE49-F238E27FC236}">
                <a16:creationId xmlns:a16="http://schemas.microsoft.com/office/drawing/2014/main" id="{531C668F-9080-DDDE-36E1-156E7DA0C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3937000"/>
            <a:ext cx="17272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驗算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8DCE78B-E71F-CDBE-CBB9-970D5E6D4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963" y="4735513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102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EF2FF8BE-E640-10A8-1163-DCB7B8FBF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788" y="511492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19" name="直線接點 118">
            <a:extLst>
              <a:ext uri="{FF2B5EF4-FFF2-40B4-BE49-F238E27FC236}">
                <a16:creationId xmlns:a16="http://schemas.microsoft.com/office/drawing/2014/main" id="{964B0979-A904-17EF-A2EB-32F8D6F16F12}"/>
              </a:ext>
            </a:extLst>
          </p:cNvPr>
          <p:cNvCxnSpPr/>
          <p:nvPr/>
        </p:nvCxnSpPr>
        <p:spPr>
          <a:xfrm flipV="1">
            <a:off x="4552950" y="5508625"/>
            <a:ext cx="1020763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BDB48F92-3FAA-C369-F6FB-3DBF1D6C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963" y="551338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714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6AF799DE-B68B-02EA-130F-2BEE0A24D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4735513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714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E96D566-DA7B-4F08-4CFC-68C2BC63E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688" y="511492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0DDD2570-280B-C6DB-A0EF-103C8854CB7A}"/>
              </a:ext>
            </a:extLst>
          </p:cNvPr>
          <p:cNvCxnSpPr/>
          <p:nvPr/>
        </p:nvCxnSpPr>
        <p:spPr>
          <a:xfrm flipV="1">
            <a:off x="6038850" y="5508625"/>
            <a:ext cx="1020763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DB6CE4AC-5EAB-C033-11B3-36CD37E5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551338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716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92B93FE-C69C-A684-0121-F6B8EB3C9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388" y="4090988"/>
            <a:ext cx="563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54A4079-BED2-A006-904D-583E96A1E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5375275"/>
            <a:ext cx="366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6" grpId="0"/>
      <p:bldP spid="74" grpId="0"/>
      <p:bldP spid="75" grpId="0"/>
      <p:bldP spid="77" grpId="0"/>
      <p:bldP spid="78" grpId="0"/>
      <p:bldP spid="79" grpId="0"/>
      <p:bldP spid="81" grpId="0"/>
      <p:bldP spid="108" grpId="0"/>
      <p:bldP spid="112" grpId="0"/>
      <p:bldP spid="117" grpId="0"/>
      <p:bldP spid="118" grpId="0"/>
      <p:bldP spid="120" grpId="0"/>
      <p:bldP spid="121" grpId="0"/>
      <p:bldP spid="122" grpId="0"/>
      <p:bldP spid="1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1">
            <a:extLst>
              <a:ext uri="{FF2B5EF4-FFF2-40B4-BE49-F238E27FC236}">
                <a16:creationId xmlns:a16="http://schemas.microsoft.com/office/drawing/2014/main" id="{E34020E8-F439-C363-B430-CD532C351309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7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乘法與除法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活動２被乘數或乘數未知的問題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1992FD17-A8A9-A040-AAFF-95D0C57BD75F}"/>
              </a:ext>
            </a:extLst>
          </p:cNvPr>
          <p:cNvSpPr/>
          <p:nvPr/>
        </p:nvSpPr>
        <p:spPr>
          <a:xfrm>
            <a:off x="781050" y="5002213"/>
            <a:ext cx="406400" cy="3365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35843" name="圖片 1">
            <a:extLst>
              <a:ext uri="{FF2B5EF4-FFF2-40B4-BE49-F238E27FC236}">
                <a16:creationId xmlns:a16="http://schemas.microsoft.com/office/drawing/2014/main" id="{BE96737D-8018-F624-6FDD-33E70DFE8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82550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矩形 2">
            <a:extLst>
              <a:ext uri="{FF2B5EF4-FFF2-40B4-BE49-F238E27FC236}">
                <a16:creationId xmlns:a16="http://schemas.microsoft.com/office/drawing/2014/main" id="{FE281A26-623F-B013-65E1-7F9DAF4DC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83454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柏宇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每天存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樣多的錢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存了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5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天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共存了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100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元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他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天存多少元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85F59FA-79AA-C1BA-F602-DC9A82849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68388"/>
            <a:ext cx="4037012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65F6E38-F025-4A46-4E52-2383DFCF56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738" y="1049338"/>
            <a:ext cx="3960812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9FFB4465-8FEB-132E-BA1C-42E72F2A9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196975"/>
            <a:ext cx="3241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我畫圖來表示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1DC7763-AC79-5FDE-4413-C811BB083E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1920875"/>
            <a:ext cx="3294062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3F33C0F1-ED7A-451A-2008-148AD7C20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1720850"/>
            <a:ext cx="1008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100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54E018-84C4-3F0F-37F0-12FE47BF5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509838"/>
            <a:ext cx="6588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r>
              <a:rPr lang="zh-TW" altLang="en-US" sz="1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endParaRPr lang="zh-TW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4BC62C-B73F-9516-713C-DC03FF3B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2727325"/>
            <a:ext cx="34178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1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天共存了</a:t>
            </a:r>
            <a:r>
              <a:rPr lang="en-US" altLang="zh-TW" sz="1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100</a:t>
            </a:r>
            <a:r>
              <a:rPr lang="zh-TW" altLang="en-US" sz="1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</a:t>
            </a:r>
            <a:r>
              <a:rPr lang="zh-TW" altLang="en-US" sz="16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1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天存了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……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00E54D-C80C-14B7-099C-2FC157B63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3516313"/>
            <a:ext cx="12239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TW" sz="18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18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18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18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0DCBF2-5708-0162-FB6A-36A2F3EC7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1338263"/>
            <a:ext cx="324485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我用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　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表示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天存的錢</a:t>
            </a:r>
            <a:r>
              <a:rPr lang="zh-TW" altLang="en-US" sz="2000">
                <a:solidFill>
                  <a:srgbClr val="000000"/>
                </a:solidFill>
                <a:latin typeface="DFYuanStd-W3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00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天存</a:t>
            </a:r>
            <a:r>
              <a:rPr lang="en-US" altLang="zh-TW" sz="2000">
                <a:solidFill>
                  <a:srgbClr val="000000"/>
                </a:solidFill>
                <a:latin typeface="DFYuanStd-W3"/>
              </a:rPr>
              <a:t>……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TW" sz="200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A821DC-09DE-E5A0-3419-3F117EAA3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0088" y="3992563"/>
            <a:ext cx="2160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2895DC-3A19-1DEF-16C9-AD07721E5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4454525"/>
            <a:ext cx="6261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要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麼知道你算得對不對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9316FB-F3E9-D894-DD1A-43EF88F06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" y="4957763"/>
            <a:ext cx="2082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813D93D5-4040-A034-BA46-EFFC52935D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4803775"/>
            <a:ext cx="1033463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圓角矩形圖說文字 25">
            <a:extLst>
              <a:ext uri="{FF2B5EF4-FFF2-40B4-BE49-F238E27FC236}">
                <a16:creationId xmlns:a16="http://schemas.microsoft.com/office/drawing/2014/main" id="{5CA12F4D-0D24-2C3E-F01D-8A0591B9B009}"/>
              </a:ext>
            </a:extLst>
          </p:cNvPr>
          <p:cNvSpPr/>
          <p:nvPr/>
        </p:nvSpPr>
        <p:spPr bwMode="auto">
          <a:xfrm>
            <a:off x="4279900" y="5108575"/>
            <a:ext cx="3548063" cy="1063625"/>
          </a:xfrm>
          <a:prstGeom prst="wedgeRoundRectCallout">
            <a:avLst>
              <a:gd name="adj1" fmla="val 52658"/>
              <a:gd name="adj2" fmla="val -5222"/>
              <a:gd name="adj3" fmla="val 16667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ts val="3500"/>
              </a:lnSpc>
              <a:defRPr/>
            </a:pPr>
            <a:r>
              <a:rPr lang="zh-TW" altLang="en-US" sz="2400" dirty="0">
                <a:solidFill>
                  <a:schemeClr val="tx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天存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</a:t>
            </a:r>
          </a:p>
          <a:p>
            <a:pPr eaLnBrk="1" hangingPunct="1">
              <a:lnSpc>
                <a:spcPts val="3500"/>
              </a:lnSpc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是存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100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372A91-36D9-7F52-9CA1-AC2F09CBE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954588"/>
            <a:ext cx="64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9E6248-55A5-D3F0-7A39-21C99DD02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56467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5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6" grpId="0" animBg="1"/>
      <p:bldP spid="28" grpId="0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3DF1F12-550F-377A-E551-3AF41A9DF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1898650"/>
            <a:ext cx="2652713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>
            <a:extLst>
              <a:ext uri="{FF2B5EF4-FFF2-40B4-BE49-F238E27FC236}">
                <a16:creationId xmlns:a16="http://schemas.microsoft.com/office/drawing/2014/main" id="{0E1FF23C-5CD9-F78A-8162-02F95274955E}"/>
              </a:ext>
            </a:extLst>
          </p:cNvPr>
          <p:cNvSpPr/>
          <p:nvPr/>
        </p:nvSpPr>
        <p:spPr>
          <a:xfrm>
            <a:off x="681038" y="1301750"/>
            <a:ext cx="1223962" cy="504825"/>
          </a:xfrm>
          <a:prstGeom prst="roundRect">
            <a:avLst>
              <a:gd name="adj" fmla="val 50000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6868" name="矩形 2">
            <a:extLst>
              <a:ext uri="{FF2B5EF4-FFF2-40B4-BE49-F238E27FC236}">
                <a16:creationId xmlns:a16="http://schemas.microsoft.com/office/drawing/2014/main" id="{CE6821B4-8BDC-3CCF-23D8-1A93FB4A6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8"/>
            <a:ext cx="86264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頂帽子價格的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倍剛好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件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360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元的上衣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頂帽子多少元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5217D0-BB90-CE0D-AAEC-5E0D238EF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564673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90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</a:p>
        </p:txBody>
      </p:sp>
      <p:pic>
        <p:nvPicPr>
          <p:cNvPr id="36870" name="圖片 2">
            <a:extLst>
              <a:ext uri="{FF2B5EF4-FFF2-40B4-BE49-F238E27FC236}">
                <a16:creationId xmlns:a16="http://schemas.microsoft.com/office/drawing/2014/main" id="{704D50F2-013A-09AD-C293-75BBA57E8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123825"/>
            <a:ext cx="44608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圖片 3">
            <a:extLst>
              <a:ext uri="{FF2B5EF4-FFF2-40B4-BE49-F238E27FC236}">
                <a16:creationId xmlns:a16="http://schemas.microsoft.com/office/drawing/2014/main" id="{53C34ABD-ECC9-C79E-5027-0D7C33F10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288" y="1412875"/>
            <a:ext cx="3541712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4EEE8E4F-2673-2785-B630-E8433B2A7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8" y="1327150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做法一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EDC37B5-DE74-7553-7811-3EC50C636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1806575"/>
            <a:ext cx="17224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帽子的價格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上衣的價格</a:t>
            </a: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73928F54-0F53-F358-571D-9D7A4ED3CAEE}"/>
              </a:ext>
            </a:extLst>
          </p:cNvPr>
          <p:cNvSpPr/>
          <p:nvPr/>
        </p:nvSpPr>
        <p:spPr>
          <a:xfrm>
            <a:off x="622300" y="3344863"/>
            <a:ext cx="1223963" cy="504825"/>
          </a:xfrm>
          <a:prstGeom prst="roundRect">
            <a:avLst>
              <a:gd name="adj" fmla="val 50000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A40401A-DB3B-27B6-1739-41CFBD98C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3370263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做法二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5533A9F-2FAC-4CB9-1B78-B7467F668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7363" y="2644775"/>
            <a:ext cx="954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360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D076089-20B7-9C05-7F02-A836B7D50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3949700"/>
            <a:ext cx="2005013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360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360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6DD3C8-9DF3-C250-3479-738291CD7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2700338"/>
            <a:ext cx="15700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360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9" grpId="0"/>
      <p:bldP spid="31" grpId="0"/>
      <p:bldP spid="32" grpId="0"/>
      <p:bldP spid="33" grpId="0" animBg="1"/>
      <p:bldP spid="34" grpId="0"/>
      <p:bldP spid="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2">
            <a:extLst>
              <a:ext uri="{FF2B5EF4-FFF2-40B4-BE49-F238E27FC236}">
                <a16:creationId xmlns:a16="http://schemas.microsoft.com/office/drawing/2014/main" id="{9B34E7E4-73C5-F2F0-8EEC-3B4C04941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638"/>
            <a:ext cx="868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投籃遊戲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投進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球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得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宥廷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投進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些球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共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得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到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36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他投進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球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37891" name="圖片 3">
            <a:extLst>
              <a:ext uri="{FF2B5EF4-FFF2-40B4-BE49-F238E27FC236}">
                <a16:creationId xmlns:a16="http://schemas.microsoft.com/office/drawing/2014/main" id="{8E32FCF6-9FDA-F9B6-F2B6-BF37A5062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103188"/>
            <a:ext cx="4365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圖片 3">
            <a:extLst>
              <a:ext uri="{FF2B5EF4-FFF2-40B4-BE49-F238E27FC236}">
                <a16:creationId xmlns:a16="http://schemas.microsoft.com/office/drawing/2014/main" id="{010BB9C0-BE56-6F8E-049D-0D364D0F5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1044575"/>
            <a:ext cx="4557713" cy="332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36C7A78-A9DD-6FD6-C425-9A89F54C4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88" y="1031875"/>
            <a:ext cx="4392612" cy="334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1D5BFBF4-9C5C-EB8A-1F3B-F354D3A06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1239838"/>
            <a:ext cx="324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我畫圖來表示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171722F-0BAC-08DE-C5B3-C0430E636F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3" y="1774825"/>
            <a:ext cx="3732212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3F56B354-576D-B291-35C1-5285317BB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1608138"/>
            <a:ext cx="1008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36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9DC0872-5132-B731-D02E-2C249AD73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2566988"/>
            <a:ext cx="808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42A1B94-990B-2F39-3467-67439C4DA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2798763"/>
            <a:ext cx="38735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投進</a:t>
            </a:r>
            <a:r>
              <a:rPr lang="zh-TW" altLang="en-US" sz="2000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球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得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得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36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分是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投進</a:t>
            </a:r>
            <a:r>
              <a:rPr lang="en-US" altLang="zh-TW" sz="2000">
                <a:latin typeface="標楷體" panose="03000509000000000000" pitchFamily="65" charset="-120"/>
                <a:ea typeface="標楷體" panose="03000509000000000000" pitchFamily="65" charset="-120"/>
              </a:rPr>
              <a:t>……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9B634E-28D3-05C7-4588-E28F10501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768725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altLang="zh-TW" sz="20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C40E38F-DA17-ADCC-9C1B-633FC8849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1338263"/>
            <a:ext cx="324485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我用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　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表示投進的球數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en-US" altLang="zh-TW" sz="200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所以他投進</a:t>
            </a:r>
            <a:r>
              <a:rPr lang="en-US" altLang="zh-TW" sz="2000">
                <a:solidFill>
                  <a:srgbClr val="000000"/>
                </a:solidFill>
                <a:latin typeface="DFYuanStd-W3"/>
              </a:rPr>
              <a:t>……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altLang="zh-TW" sz="200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8FF5B6-CE21-BB5F-951B-BEF2CB8A3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4465638"/>
            <a:ext cx="2160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球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2">
            <a:extLst>
              <a:ext uri="{FF2B5EF4-FFF2-40B4-BE49-F238E27FC236}">
                <a16:creationId xmlns:a16="http://schemas.microsoft.com/office/drawing/2014/main" id="{D3EFC3EA-6F29-7732-4D18-1F71D7BCC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638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條手鍊要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顆珠子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品妍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做了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些手鍊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共用掉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135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顆珠子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她做了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條手鍊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38915" name="圖片 4">
            <a:extLst>
              <a:ext uri="{FF2B5EF4-FFF2-40B4-BE49-F238E27FC236}">
                <a16:creationId xmlns:a16="http://schemas.microsoft.com/office/drawing/2014/main" id="{54BCFB3D-F840-835C-34A6-1497D876C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3" y="58738"/>
            <a:ext cx="461962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A19B881-EC65-E91E-5413-108685B02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4138" y="5732463"/>
            <a:ext cx="14160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4B2FF4-3131-4F17-AFD7-B6CA736D0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3617913"/>
            <a:ext cx="15700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135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085107-1637-3081-88E4-ECAD09562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363" y="2243138"/>
            <a:ext cx="21590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135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135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ED129FB7-10EF-E80B-35FB-82BF029C0221}"/>
              </a:ext>
            </a:extLst>
          </p:cNvPr>
          <p:cNvSpPr/>
          <p:nvPr/>
        </p:nvSpPr>
        <p:spPr>
          <a:xfrm>
            <a:off x="206375" y="1665288"/>
            <a:ext cx="1223963" cy="504825"/>
          </a:xfrm>
          <a:prstGeom prst="roundRect">
            <a:avLst>
              <a:gd name="adj" fmla="val 50000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0599C2-BE5A-9A23-0798-D6E0DEAAC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690688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做法一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FB38C3B-A132-6A86-8F98-85CEF6A93D7F}"/>
              </a:ext>
            </a:extLst>
          </p:cNvPr>
          <p:cNvGrpSpPr>
            <a:grpSpLocks/>
          </p:cNvGrpSpPr>
          <p:nvPr/>
        </p:nvGrpSpPr>
        <p:grpSpPr bwMode="auto">
          <a:xfrm>
            <a:off x="30163" y="2308225"/>
            <a:ext cx="4381500" cy="1365250"/>
            <a:chOff x="30163" y="2308027"/>
            <a:chExt cx="4380952" cy="1365507"/>
          </a:xfrm>
        </p:grpSpPr>
        <p:pic>
          <p:nvPicPr>
            <p:cNvPr id="38924" name="圖片 1">
              <a:extLst>
                <a:ext uri="{FF2B5EF4-FFF2-40B4-BE49-F238E27FC236}">
                  <a16:creationId xmlns:a16="http://schemas.microsoft.com/office/drawing/2014/main" id="{E1530226-0901-20E3-8756-7588B9EA4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3" y="2508772"/>
              <a:ext cx="4380952" cy="73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5" name="矩形 7">
              <a:extLst>
                <a:ext uri="{FF2B5EF4-FFF2-40B4-BE49-F238E27FC236}">
                  <a16:creationId xmlns:a16="http://schemas.microsoft.com/office/drawing/2014/main" id="{A343CEBA-F99C-B0D1-CDBF-9C516B9F0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982" y="2308027"/>
              <a:ext cx="95408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135</a:t>
              </a:r>
              <a:r>
                <a:rPr lang="zh-TW" altLang="en-US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顆</a:t>
              </a:r>
            </a:p>
          </p:txBody>
        </p:sp>
        <p:sp>
          <p:nvSpPr>
            <p:cNvPr id="38926" name="矩形 11">
              <a:extLst>
                <a:ext uri="{FF2B5EF4-FFF2-40B4-BE49-F238E27FC236}">
                  <a16:creationId xmlns:a16="http://schemas.microsoft.com/office/drawing/2014/main" id="{EA2CA533-C705-07BB-2BD4-4CB797AFE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62" y="3211869"/>
              <a:ext cx="646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9</a:t>
              </a:r>
              <a:r>
                <a:rPr lang="zh-TW" altLang="en-US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顆</a:t>
              </a:r>
            </a:p>
          </p:txBody>
        </p:sp>
      </p:grp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4F20D252-6692-AA9B-CACD-A67AE180EC81}"/>
              </a:ext>
            </a:extLst>
          </p:cNvPr>
          <p:cNvSpPr/>
          <p:nvPr/>
        </p:nvSpPr>
        <p:spPr>
          <a:xfrm>
            <a:off x="5089525" y="1665288"/>
            <a:ext cx="1223963" cy="504825"/>
          </a:xfrm>
          <a:prstGeom prst="roundRect">
            <a:avLst>
              <a:gd name="adj" fmla="val 50000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0308CF-040B-8887-1763-E5FA9761B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1690688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做法二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 animBg="1"/>
      <p:bldP spid="10" grpId="0"/>
      <p:bldP spid="14" grpId="0" animBg="1"/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圖片 2">
            <a:extLst>
              <a:ext uri="{FF2B5EF4-FFF2-40B4-BE49-F238E27FC236}">
                <a16:creationId xmlns:a16="http://schemas.microsoft.com/office/drawing/2014/main" id="{3ECB7BBF-1702-60B0-E5EE-8DD364EE0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751013"/>
            <a:ext cx="3619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9" name="圖片 3">
            <a:extLst>
              <a:ext uri="{FF2B5EF4-FFF2-40B4-BE49-F238E27FC236}">
                <a16:creationId xmlns:a16="http://schemas.microsoft.com/office/drawing/2014/main" id="{57672774-072E-1458-86F7-B249F2EC7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138" y="1751013"/>
            <a:ext cx="360362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圖片 1">
            <a:extLst>
              <a:ext uri="{FF2B5EF4-FFF2-40B4-BE49-F238E27FC236}">
                <a16:creationId xmlns:a16="http://schemas.microsoft.com/office/drawing/2014/main" id="{312FF64A-4FC6-2EEE-5412-9DA935921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矩形 2">
            <a:extLst>
              <a:ext uri="{FF2B5EF4-FFF2-40B4-BE49-F238E27FC236}">
                <a16:creationId xmlns:a16="http://schemas.microsoft.com/office/drawing/2014/main" id="{CB7D9076-FE3B-2A48-F299-A52A0A110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696913"/>
            <a:ext cx="8686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算算看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裡的數是多少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9942" name="矩形 2">
            <a:extLst>
              <a:ext uri="{FF2B5EF4-FFF2-40B4-BE49-F238E27FC236}">
                <a16:creationId xmlns:a16="http://schemas.microsoft.com/office/drawing/2014/main" id="{74203938-7D1D-450C-15C1-5F8F4CA77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1668463"/>
            <a:ext cx="2220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88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3" name="矩形 56">
            <a:extLst>
              <a:ext uri="{FF2B5EF4-FFF2-40B4-BE49-F238E27FC236}">
                <a16:creationId xmlns:a16="http://schemas.microsoft.com/office/drawing/2014/main" id="{32DEA50D-EA76-20E8-E4F0-86DAD2782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1668463"/>
            <a:ext cx="2220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63D76DF-81A8-59D3-EE23-C31F81DD1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8" y="2327275"/>
            <a:ext cx="14049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88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5E5F544-D6AA-803B-DB5C-78745FC14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1624013"/>
            <a:ext cx="4810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A9DA6A-2FAD-CB84-8B66-F1975DD7D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2189163"/>
            <a:ext cx="1416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90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45389E9-2A3B-574A-AC9F-6B7A4DEDA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625600"/>
            <a:ext cx="492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>
            <a:extLst>
              <a:ext uri="{FF2B5EF4-FFF2-40B4-BE49-F238E27FC236}">
                <a16:creationId xmlns:a16="http://schemas.microsoft.com/office/drawing/2014/main" id="{F1869C09-69B7-B74C-5C14-54AB07EF1B75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7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乘法與除法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活動３被除數或除數未知的問題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矩形 2">
            <a:extLst>
              <a:ext uri="{FF2B5EF4-FFF2-40B4-BE49-F238E27FC236}">
                <a16:creationId xmlns:a16="http://schemas.microsoft.com/office/drawing/2014/main" id="{7D39C287-0E8A-5EF6-DA95-53904C60C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638"/>
            <a:ext cx="868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老師把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些色紙平分給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每個人分到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張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老師原來有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張色紙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1987" name="圖片 1">
            <a:extLst>
              <a:ext uri="{FF2B5EF4-FFF2-40B4-BE49-F238E27FC236}">
                <a16:creationId xmlns:a16="http://schemas.microsoft.com/office/drawing/2014/main" id="{FCD27F4F-DF28-6550-897F-17BF982D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55563"/>
            <a:ext cx="44132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4849FD99-80B4-9CF8-8FC2-0BC85E033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216025"/>
            <a:ext cx="4430712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5C90175-B02F-B9C6-50F3-1B2F6C8C7D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400" y="1203325"/>
            <a:ext cx="4297363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7CA94F7-D321-BF25-BF19-057225662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63" y="1484313"/>
            <a:ext cx="324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我畫圖來表示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63FF16-7E5A-7609-62E2-4BC015C37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13" y="1582738"/>
            <a:ext cx="337502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我用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　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表示老師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原來的色紙張數</a:t>
            </a:r>
            <a:r>
              <a:rPr lang="zh-TW" altLang="en-US" sz="2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　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  <a:r>
              <a:rPr lang="en-US" altLang="zh-TW" sz="200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所以老師原來有</a:t>
            </a:r>
            <a:r>
              <a:rPr lang="en-US" altLang="zh-TW" sz="2000">
                <a:solidFill>
                  <a:srgbClr val="000000"/>
                </a:solidFill>
                <a:latin typeface="DFYuanStd-W3"/>
              </a:rPr>
              <a:t>……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TW" sz="200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endParaRPr lang="zh-TW" altLang="en-US" sz="20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27CE972-DC77-78E5-1436-84FE53E1EA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2043113"/>
            <a:ext cx="4111625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3EE76A5-C6F7-814C-FC5C-713096C98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88" y="1852613"/>
            <a:ext cx="1008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標楷體" panose="03000509000000000000" pitchFamily="65" charset="-120"/>
                <a:ea typeface="標楷體" panose="03000509000000000000" pitchFamily="65" charset="-120"/>
              </a:rPr>
              <a:t>?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668B81-9B0D-92D4-A40D-7C31E07E2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8" y="2811463"/>
            <a:ext cx="9255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6D7FD7-35D8-BDC3-4F7C-998A50149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095625"/>
            <a:ext cx="3903662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每個人分到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分給了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所以老師原來有</a:t>
            </a:r>
            <a:r>
              <a:rPr lang="en-US" altLang="zh-TW" sz="2000">
                <a:latin typeface="標楷體" panose="03000509000000000000" pitchFamily="65" charset="-120"/>
                <a:ea typeface="標楷體" panose="03000509000000000000" pitchFamily="65" charset="-120"/>
              </a:rPr>
              <a:t>……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11A696-4B87-613D-EB25-BDCC85E08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4364038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TW" sz="20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046F22-7754-A774-BFDF-C4FA9095C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025" y="2813050"/>
            <a:ext cx="92551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172D51-EF87-7DF3-8C56-0A2B92195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2813050"/>
            <a:ext cx="925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2A9F85-8BCE-7168-5687-720575FEC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2814638"/>
            <a:ext cx="925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2" name="矩形 2">
            <a:extLst>
              <a:ext uri="{FF2B5EF4-FFF2-40B4-BE49-F238E27FC236}">
                <a16:creationId xmlns:a16="http://schemas.microsoft.com/office/drawing/2014/main" id="{ED28281C-3B4A-BBBA-AE7F-2F91EC185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803775"/>
            <a:ext cx="2690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3" name="矩形 2">
            <a:extLst>
              <a:ext uri="{FF2B5EF4-FFF2-40B4-BE49-F238E27FC236}">
                <a16:creationId xmlns:a16="http://schemas.microsoft.com/office/drawing/2014/main" id="{94409D57-2F77-7040-D83D-16ECB0586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5102225"/>
            <a:ext cx="7108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要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麼知道你算得對不對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0F81C7-9321-F978-A104-F19863FC48C6}"/>
              </a:ext>
            </a:extLst>
          </p:cNvPr>
          <p:cNvSpPr/>
          <p:nvPr/>
        </p:nvSpPr>
        <p:spPr>
          <a:xfrm>
            <a:off x="460375" y="5689600"/>
            <a:ext cx="441325" cy="3365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80EDAD-6361-F901-0B36-1416C9999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641975"/>
            <a:ext cx="215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 </a:t>
            </a: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圓角矩形圖說文字 26">
            <a:extLst>
              <a:ext uri="{FF2B5EF4-FFF2-40B4-BE49-F238E27FC236}">
                <a16:creationId xmlns:a16="http://schemas.microsoft.com/office/drawing/2014/main" id="{6FF8341A-E483-2C2D-E614-80069D0D17DB}"/>
              </a:ext>
            </a:extLst>
          </p:cNvPr>
          <p:cNvSpPr/>
          <p:nvPr/>
        </p:nvSpPr>
        <p:spPr bwMode="auto">
          <a:xfrm>
            <a:off x="3995738" y="5673725"/>
            <a:ext cx="4402137" cy="1063625"/>
          </a:xfrm>
          <a:prstGeom prst="wedgeRoundRectCallout">
            <a:avLst>
              <a:gd name="adj1" fmla="val 52658"/>
              <a:gd name="adj2" fmla="val -41938"/>
              <a:gd name="adj3" fmla="val 16667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48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張色紙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分給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每個人是分到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  <a:r>
              <a:rPr lang="zh-TW" altLang="en-US" sz="2400" dirty="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62DCF9C-DA9C-AB98-FA26-E573CC432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641975"/>
            <a:ext cx="4921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endParaRPr lang="zh-TW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04A9B79-A8D8-F28C-7B81-7A7CA3341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52117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CF72B00-B0BF-004D-6F37-81025D361F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625" y="5183188"/>
            <a:ext cx="579438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7" grpId="0"/>
      <p:bldP spid="19" grpId="0"/>
      <p:bldP spid="20" grpId="0"/>
      <p:bldP spid="21" grpId="0"/>
      <p:bldP spid="22" grpId="0"/>
      <p:bldP spid="23" grpId="0"/>
      <p:bldP spid="24" grpId="0" animBg="1"/>
      <p:bldP spid="25" grpId="0"/>
      <p:bldP spid="27" grpId="0" animBg="1"/>
      <p:bldP spid="28" grpId="0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2">
            <a:extLst>
              <a:ext uri="{FF2B5EF4-FFF2-40B4-BE49-F238E27FC236}">
                <a16:creationId xmlns:a16="http://schemas.microsoft.com/office/drawing/2014/main" id="{EE032470-7435-4423-C689-078082FD8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638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老師準備了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些剪刀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每組分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3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把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剛好可以分給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組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老師準備了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把剪刀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3011" name="圖片 2">
            <a:extLst>
              <a:ext uri="{FF2B5EF4-FFF2-40B4-BE49-F238E27FC236}">
                <a16:creationId xmlns:a16="http://schemas.microsoft.com/office/drawing/2014/main" id="{7D2F164F-9690-4DBB-E1F3-054ADBE16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68263"/>
            <a:ext cx="44608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F1489D3F-0060-FA2C-8AAC-AD3C6025F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58054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CA0724-4425-A8E0-450D-180182465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113" y="3816350"/>
            <a:ext cx="1416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E83E9AD9-9F5B-A1F6-C0FC-679CD7AE68A8}"/>
              </a:ext>
            </a:extLst>
          </p:cNvPr>
          <p:cNvSpPr/>
          <p:nvPr/>
        </p:nvSpPr>
        <p:spPr>
          <a:xfrm>
            <a:off x="708025" y="1544638"/>
            <a:ext cx="1223963" cy="504825"/>
          </a:xfrm>
          <a:prstGeom prst="roundRect">
            <a:avLst>
              <a:gd name="adj" fmla="val 50000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6ABBC4-DA58-2050-D6E1-D22CA4212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1570038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做法一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E96333A2-97C8-A670-DD41-D7738D9FD89F}"/>
              </a:ext>
            </a:extLst>
          </p:cNvPr>
          <p:cNvSpPr/>
          <p:nvPr/>
        </p:nvSpPr>
        <p:spPr>
          <a:xfrm>
            <a:off x="5589588" y="1544638"/>
            <a:ext cx="1223962" cy="504825"/>
          </a:xfrm>
          <a:prstGeom prst="roundRect">
            <a:avLst>
              <a:gd name="adj" fmla="val 50000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94E372-3437-FA0A-4F2C-5FB40CA4B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325" y="1570038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做法二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ED748D5-36A0-21B1-A75E-9910E1291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2293938"/>
            <a:ext cx="2082800" cy="11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    )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F8F2EB0-CA8F-506A-B5E6-DAFA64973759}"/>
              </a:ext>
            </a:extLst>
          </p:cNvPr>
          <p:cNvGrpSpPr>
            <a:grpSpLocks/>
          </p:cNvGrpSpPr>
          <p:nvPr/>
        </p:nvGrpSpPr>
        <p:grpSpPr bwMode="auto">
          <a:xfrm>
            <a:off x="439738" y="2189163"/>
            <a:ext cx="4381500" cy="1408112"/>
            <a:chOff x="500063" y="2187257"/>
            <a:chExt cx="4380952" cy="1409149"/>
          </a:xfrm>
        </p:grpSpPr>
        <p:pic>
          <p:nvPicPr>
            <p:cNvPr id="43020" name="圖片 1">
              <a:extLst>
                <a:ext uri="{FF2B5EF4-FFF2-40B4-BE49-F238E27FC236}">
                  <a16:creationId xmlns:a16="http://schemas.microsoft.com/office/drawing/2014/main" id="{79D362C3-CC07-3776-1067-B16C1A774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63" y="2418089"/>
              <a:ext cx="4380952" cy="728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21" name="矩形 11">
              <a:extLst>
                <a:ext uri="{FF2B5EF4-FFF2-40B4-BE49-F238E27FC236}">
                  <a16:creationId xmlns:a16="http://schemas.microsoft.com/office/drawing/2014/main" id="{7002084A-E899-CA97-5F4E-9ABE6A786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193" y="2187257"/>
              <a:ext cx="646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?</a:t>
              </a:r>
              <a:r>
                <a:rPr lang="zh-TW" altLang="en-US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把</a:t>
              </a:r>
            </a:p>
          </p:txBody>
        </p:sp>
        <p:sp>
          <p:nvSpPr>
            <p:cNvPr id="43022" name="矩形 12">
              <a:extLst>
                <a:ext uri="{FF2B5EF4-FFF2-40B4-BE49-F238E27FC236}">
                  <a16:creationId xmlns:a16="http://schemas.microsoft.com/office/drawing/2014/main" id="{FE767AC3-918E-78BA-DD76-C04FA20C7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577" y="3065220"/>
              <a:ext cx="646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r>
                <a:rPr lang="zh-TW" altLang="en-US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把</a:t>
              </a:r>
            </a:p>
          </p:txBody>
        </p:sp>
        <p:sp>
          <p:nvSpPr>
            <p:cNvPr id="43023" name="矩形 17">
              <a:extLst>
                <a:ext uri="{FF2B5EF4-FFF2-40B4-BE49-F238E27FC236}">
                  <a16:creationId xmlns:a16="http://schemas.microsoft.com/office/drawing/2014/main" id="{09745656-0640-3278-34A2-A98C82F3F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5484" y="3093828"/>
              <a:ext cx="646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r>
                <a:rPr lang="zh-TW" altLang="en-US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把</a:t>
              </a:r>
            </a:p>
          </p:txBody>
        </p:sp>
        <p:sp>
          <p:nvSpPr>
            <p:cNvPr id="43024" name="矩形 18">
              <a:extLst>
                <a:ext uri="{FF2B5EF4-FFF2-40B4-BE49-F238E27FC236}">
                  <a16:creationId xmlns:a16="http://schemas.microsoft.com/office/drawing/2014/main" id="{FE8A6385-8764-B7CD-9105-34A7F4110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2413" y="3106133"/>
              <a:ext cx="646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r>
                <a:rPr lang="zh-TW" altLang="en-US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把</a:t>
              </a:r>
            </a:p>
          </p:txBody>
        </p:sp>
        <p:sp>
          <p:nvSpPr>
            <p:cNvPr id="43025" name="矩形 19">
              <a:extLst>
                <a:ext uri="{FF2B5EF4-FFF2-40B4-BE49-F238E27FC236}">
                  <a16:creationId xmlns:a16="http://schemas.microsoft.com/office/drawing/2014/main" id="{EDEDE51B-0541-B228-E701-283F23279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320" y="3134741"/>
              <a:ext cx="646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r>
                <a:rPr lang="zh-TW" altLang="en-US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把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8" grpId="0" animBg="1"/>
      <p:bldP spid="9" grpId="0"/>
      <p:bldP spid="14" grpId="0" animBg="1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矩形 2">
            <a:extLst>
              <a:ext uri="{FF2B5EF4-FFF2-40B4-BE49-F238E27FC236}">
                <a16:creationId xmlns:a16="http://schemas.microsoft.com/office/drawing/2014/main" id="{5DB3D7AF-0143-F05F-1005-B9FB4DDBF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638"/>
            <a:ext cx="879475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詠安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想摺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91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顆紙星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星</a:t>
            </a:r>
            <a:r>
              <a:rPr lang="zh-TW" altLang="en-US" sz="26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如果每天都摺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樣多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破音三）" panose="02010609010101010101" pitchFamily="49" charset="-120"/>
              </a:rPr>
              <a:t>一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天要摺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顆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才能剛好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7 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天摺完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4035" name="圖片 3">
            <a:extLst>
              <a:ext uri="{FF2B5EF4-FFF2-40B4-BE49-F238E27FC236}">
                <a16:creationId xmlns:a16="http://schemas.microsoft.com/office/drawing/2014/main" id="{120E1B3D-8B22-6509-1EFC-A12D54216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49213"/>
            <a:ext cx="4365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圖片 3">
            <a:extLst>
              <a:ext uri="{FF2B5EF4-FFF2-40B4-BE49-F238E27FC236}">
                <a16:creationId xmlns:a16="http://schemas.microsoft.com/office/drawing/2014/main" id="{E47E615E-7558-758E-63F7-72FACF8DB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920750"/>
            <a:ext cx="4557713" cy="332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B2987453-134E-862F-24B1-63F89CC9F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88" y="908050"/>
            <a:ext cx="4392612" cy="334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337BB9C3-929D-DFE9-3EA3-0614A7B53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1214438"/>
            <a:ext cx="3244850" cy="240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我用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　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表示每天摺的星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星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數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量</a:t>
            </a:r>
            <a:r>
              <a:rPr lang="zh-TW" altLang="en-US" sz="2000">
                <a:solidFill>
                  <a:srgbClr val="000000"/>
                </a:solidFill>
                <a:latin typeface="DFYuanStd-W3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r>
              <a:rPr lang="en-US" altLang="zh-TW" sz="200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天要摺</a:t>
            </a:r>
            <a:r>
              <a:rPr lang="en-US" altLang="zh-TW" sz="2000">
                <a:solidFill>
                  <a:srgbClr val="000000"/>
                </a:solidFill>
                <a:latin typeface="DFYuanStd-W3"/>
              </a:rPr>
              <a:t>……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r>
              <a:rPr lang="en-US" altLang="zh-TW" sz="200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÷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97B25F1-9590-135D-AE78-FDB0226DC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4341813"/>
            <a:ext cx="2160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顆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040" name="圖片 6">
            <a:extLst>
              <a:ext uri="{FF2B5EF4-FFF2-40B4-BE49-F238E27FC236}">
                <a16:creationId xmlns:a16="http://schemas.microsoft.com/office/drawing/2014/main" id="{332338BB-3285-BEF2-F8CC-3BFF870036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3" y="1601788"/>
            <a:ext cx="3598862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E3FAF307-1471-DE44-09FB-2113271B5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1116013"/>
            <a:ext cx="324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我畫圖來表示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4F88464-1EDB-D27F-AFA6-EB6DB694C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1484313"/>
            <a:ext cx="1008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91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E14D648-C448-1D3F-BDCC-2F2ACB69B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300288"/>
            <a:ext cx="957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顆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B89891A-10B6-271B-8C38-FE0B9BA4D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2674938"/>
            <a:ext cx="41671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91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顆星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星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平分在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天摺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天要摺</a:t>
            </a:r>
            <a:r>
              <a:rPr lang="en-US" altLang="zh-TW" sz="2000">
                <a:latin typeface="標楷體" panose="03000509000000000000" pitchFamily="65" charset="-120"/>
                <a:ea typeface="標楷體" panose="03000509000000000000" pitchFamily="65" charset="-120"/>
              </a:rPr>
              <a:t>……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4A73A32-872C-4E06-D46E-409413F70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644900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r>
              <a:rPr lang="en-US" altLang="zh-TW" sz="20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altLang="zh-TW" sz="2000">
              <a:latin typeface="Times New Roman" panose="02020603050405020304" pitchFamily="18" charset="0"/>
              <a:ea typeface="書法中楷（破音三）" panose="02010609010101010101" pitchFamily="49" charset="-120"/>
            </a:endParaRPr>
          </a:p>
        </p:txBody>
      </p:sp>
      <p:sp>
        <p:nvSpPr>
          <p:cNvPr id="40" name="矩形 2">
            <a:extLst>
              <a:ext uri="{FF2B5EF4-FFF2-40B4-BE49-F238E27FC236}">
                <a16:creationId xmlns:a16="http://schemas.microsoft.com/office/drawing/2014/main" id="{960D8E72-F055-406B-EA2A-1124F2FB7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4906963"/>
            <a:ext cx="7108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要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麼知道你算得對不對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543DC9E-3FB6-9764-977E-44A035ACB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5384800"/>
            <a:ext cx="1416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D293F3-1050-71A5-525B-C98097E78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88" y="5324475"/>
            <a:ext cx="3416300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每天摺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顆紙星星，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天共摺了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91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2" grpId="0"/>
      <p:bldP spid="34" grpId="0"/>
      <p:bldP spid="35" grpId="0"/>
      <p:bldP spid="36" grpId="0"/>
      <p:bldP spid="37" grpId="0"/>
      <p:bldP spid="4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矩形 2">
            <a:extLst>
              <a:ext uri="{FF2B5EF4-FFF2-40B4-BE49-F238E27FC236}">
                <a16:creationId xmlns:a16="http://schemas.microsoft.com/office/drawing/2014/main" id="{01F8FDD0-659B-A168-0D6D-06A8A684C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638"/>
            <a:ext cx="868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恩綺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160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公分的緞帶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平分剪成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段時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每段的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剛好是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8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公分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52633E-4A97-5A20-B352-ADB5C9BB7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8054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段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DCF20D-27D1-0AC6-7318-EFC54A21E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1995488"/>
            <a:ext cx="20828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160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160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5061" name="圖片 4">
            <a:extLst>
              <a:ext uri="{FF2B5EF4-FFF2-40B4-BE49-F238E27FC236}">
                <a16:creationId xmlns:a16="http://schemas.microsoft.com/office/drawing/2014/main" id="{61095B75-89C4-A97A-0E7B-ED2A12B07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9850"/>
            <a:ext cx="461963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圓角矩形 6">
            <a:extLst>
              <a:ext uri="{FF2B5EF4-FFF2-40B4-BE49-F238E27FC236}">
                <a16:creationId xmlns:a16="http://schemas.microsoft.com/office/drawing/2014/main" id="{9E492A4D-C172-4957-7281-FF81E89A6245}"/>
              </a:ext>
            </a:extLst>
          </p:cNvPr>
          <p:cNvSpPr/>
          <p:nvPr/>
        </p:nvSpPr>
        <p:spPr>
          <a:xfrm>
            <a:off x="552450" y="1285875"/>
            <a:ext cx="1223963" cy="504825"/>
          </a:xfrm>
          <a:prstGeom prst="roundRect">
            <a:avLst>
              <a:gd name="adj" fmla="val 50000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7A6474-3C91-4618-9032-5EE15412F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311275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做法一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F708E4CE-8B50-40A3-39E6-661CB0F0A2FB}"/>
              </a:ext>
            </a:extLst>
          </p:cNvPr>
          <p:cNvSpPr/>
          <p:nvPr/>
        </p:nvSpPr>
        <p:spPr>
          <a:xfrm>
            <a:off x="5434013" y="1285875"/>
            <a:ext cx="1223962" cy="504825"/>
          </a:xfrm>
          <a:prstGeom prst="roundRect">
            <a:avLst>
              <a:gd name="adj" fmla="val 50000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DBCC0B-6842-94D7-41CF-A6F0F2A8D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1311275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做法二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A58370-3584-423F-8AC6-26EE977E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8438" y="3429000"/>
            <a:ext cx="15700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160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3D0D92B6-03FA-1B1B-2460-8B24F3AC36A6}"/>
              </a:ext>
            </a:extLst>
          </p:cNvPr>
          <p:cNvGrpSpPr>
            <a:grpSpLocks/>
          </p:cNvGrpSpPr>
          <p:nvPr/>
        </p:nvGrpSpPr>
        <p:grpSpPr bwMode="auto">
          <a:xfrm>
            <a:off x="263525" y="2074863"/>
            <a:ext cx="4379913" cy="1365250"/>
            <a:chOff x="30163" y="2308027"/>
            <a:chExt cx="4380952" cy="1365507"/>
          </a:xfrm>
        </p:grpSpPr>
        <p:pic>
          <p:nvPicPr>
            <p:cNvPr id="45068" name="圖片 20">
              <a:extLst>
                <a:ext uri="{FF2B5EF4-FFF2-40B4-BE49-F238E27FC236}">
                  <a16:creationId xmlns:a16="http://schemas.microsoft.com/office/drawing/2014/main" id="{0EA92396-0D14-0471-A898-47E74DBC3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3" y="2508772"/>
              <a:ext cx="4380952" cy="73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9" name="矩形 21">
              <a:extLst>
                <a:ext uri="{FF2B5EF4-FFF2-40B4-BE49-F238E27FC236}">
                  <a16:creationId xmlns:a16="http://schemas.microsoft.com/office/drawing/2014/main" id="{DCACC7F8-4807-4BE2-6C6F-9E5C587EC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085" y="2308027"/>
              <a:ext cx="12618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160</a:t>
              </a:r>
              <a:r>
                <a:rPr lang="zh-TW" altLang="en-US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公分</a:t>
              </a:r>
            </a:p>
          </p:txBody>
        </p:sp>
        <p:sp>
          <p:nvSpPr>
            <p:cNvPr id="45070" name="矩形 22">
              <a:extLst>
                <a:ext uri="{FF2B5EF4-FFF2-40B4-BE49-F238E27FC236}">
                  <a16:creationId xmlns:a16="http://schemas.microsoft.com/office/drawing/2014/main" id="{748FEA75-41E5-DAAC-6935-7A2A2E66C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74" y="3211869"/>
              <a:ext cx="954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8</a:t>
              </a:r>
              <a:r>
                <a:rPr lang="zh-TW" altLang="en-US" sz="2400">
                  <a:solidFill>
                    <a:srgbClr val="FF33CC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公分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7" grpId="0" animBg="1"/>
      <p:bldP spid="8" grpId="0"/>
      <p:bldP spid="9" grpId="0" animBg="1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4EDB95AC-A8E5-9FAB-2C2D-6C825236D28B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練習百分百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矩形 2">
            <a:extLst>
              <a:ext uri="{FF2B5EF4-FFF2-40B4-BE49-F238E27FC236}">
                <a16:creationId xmlns:a16="http://schemas.microsoft.com/office/drawing/2014/main" id="{33C18648-BC8B-EF31-BFFF-590318FC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28775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想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想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填填看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7107" name="圖片 2">
            <a:extLst>
              <a:ext uri="{FF2B5EF4-FFF2-40B4-BE49-F238E27FC236}">
                <a16:creationId xmlns:a16="http://schemas.microsoft.com/office/drawing/2014/main" id="{B3F0BCE5-90DE-FDD2-DA49-5EFE72A48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8" y="1674813"/>
            <a:ext cx="45720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矩形 1">
            <a:extLst>
              <a:ext uri="{FF2B5EF4-FFF2-40B4-BE49-F238E27FC236}">
                <a16:creationId xmlns:a16="http://schemas.microsoft.com/office/drawing/2014/main" id="{42CD5A92-A9B2-994D-EF3B-CB5FA666F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2228850"/>
            <a:ext cx="4572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42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42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pic>
        <p:nvPicPr>
          <p:cNvPr id="47109" name="圖片 2">
            <a:extLst>
              <a:ext uri="{FF2B5EF4-FFF2-40B4-BE49-F238E27FC236}">
                <a16:creationId xmlns:a16="http://schemas.microsoft.com/office/drawing/2014/main" id="{CA6915E6-4C4D-C586-9F55-F7121C30D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344738"/>
            <a:ext cx="3524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圖片 3">
            <a:extLst>
              <a:ext uri="{FF2B5EF4-FFF2-40B4-BE49-F238E27FC236}">
                <a16:creationId xmlns:a16="http://schemas.microsoft.com/office/drawing/2014/main" id="{5AECF230-E344-677E-B461-F1B6D1C1A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309813"/>
            <a:ext cx="3825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1" name="圖片 2">
            <a:extLst>
              <a:ext uri="{FF2B5EF4-FFF2-40B4-BE49-F238E27FC236}">
                <a16:creationId xmlns:a16="http://schemas.microsoft.com/office/drawing/2014/main" id="{B66EBEAF-C5ED-130B-EBD0-865284B9E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3316288"/>
            <a:ext cx="3397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2" name="圖片 3">
            <a:extLst>
              <a:ext uri="{FF2B5EF4-FFF2-40B4-BE49-F238E27FC236}">
                <a16:creationId xmlns:a16="http://schemas.microsoft.com/office/drawing/2014/main" id="{4FDE68E7-55B8-6486-AFE5-CE31ADD8FA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4508500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3" name="矩形 26">
            <a:extLst>
              <a:ext uri="{FF2B5EF4-FFF2-40B4-BE49-F238E27FC236}">
                <a16:creationId xmlns:a16="http://schemas.microsoft.com/office/drawing/2014/main" id="{FB114C03-7061-A849-4AFC-D0901C1CC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2225675"/>
            <a:ext cx="4572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72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576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576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7114" name="矩形 27">
            <a:extLst>
              <a:ext uri="{FF2B5EF4-FFF2-40B4-BE49-F238E27FC236}">
                <a16:creationId xmlns:a16="http://schemas.microsoft.com/office/drawing/2014/main" id="{64D843B6-AC07-2CBE-F22E-727E5F12E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3179763"/>
            <a:ext cx="29956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267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89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89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</a:p>
        </p:txBody>
      </p:sp>
      <p:pic>
        <p:nvPicPr>
          <p:cNvPr id="47115" name="圖片 2">
            <a:extLst>
              <a:ext uri="{FF2B5EF4-FFF2-40B4-BE49-F238E27FC236}">
                <a16:creationId xmlns:a16="http://schemas.microsoft.com/office/drawing/2014/main" id="{A7EC2E6E-1DA3-FE7E-64EB-2D574BD2B1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4365625"/>
            <a:ext cx="6035675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6" name="矩形 28">
            <a:extLst>
              <a:ext uri="{FF2B5EF4-FFF2-40B4-BE49-F238E27FC236}">
                <a16:creationId xmlns:a16="http://schemas.microsoft.com/office/drawing/2014/main" id="{19820083-EAAA-1FAD-A667-BAFC835F4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888" y="4767263"/>
            <a:ext cx="869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516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7117" name="矩形 29">
            <a:extLst>
              <a:ext uri="{FF2B5EF4-FFF2-40B4-BE49-F238E27FC236}">
                <a16:creationId xmlns:a16="http://schemas.microsoft.com/office/drawing/2014/main" id="{AED52F97-E579-98A7-1F1D-5C4C8BB52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552950"/>
            <a:ext cx="7556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8AA2B8-DEFE-AFA9-9CD4-550C2B928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220503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14350C-6A7F-753D-F976-336C34B33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65747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6FF16A4-98AE-FDAC-7FC2-4EC2F541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29956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42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A5F9C08-00FE-6F69-CF61-B551687CF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33972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42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5E7CF7A-43C3-E64F-D321-E5AFE04C9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565400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72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CF674B1-E45A-5086-0733-ABB4F0C21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543300"/>
            <a:ext cx="64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267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124" name="矩形 37">
            <a:extLst>
              <a:ext uri="{FF2B5EF4-FFF2-40B4-BE49-F238E27FC236}">
                <a16:creationId xmlns:a16="http://schemas.microsoft.com/office/drawing/2014/main" id="{28DAC8FD-001A-F6DF-B66C-0169F52E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4551363"/>
            <a:ext cx="66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7125" name="矩形 39">
            <a:extLst>
              <a:ext uri="{FF2B5EF4-FFF2-40B4-BE49-F238E27FC236}">
                <a16:creationId xmlns:a16="http://schemas.microsoft.com/office/drawing/2014/main" id="{74A2FE5C-994F-AD63-880E-B5069ACC1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3" y="5948363"/>
            <a:ext cx="869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48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7126" name="矩形 40">
            <a:extLst>
              <a:ext uri="{FF2B5EF4-FFF2-40B4-BE49-F238E27FC236}">
                <a16:creationId xmlns:a16="http://schemas.microsoft.com/office/drawing/2014/main" id="{54C61A72-CAF4-C1F4-A476-4CA05455A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13" y="5775325"/>
            <a:ext cx="666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BA2E297-F1B7-E5F2-6246-7628DB668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47196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86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4712D4A-D86F-86F0-3882-697498124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325" y="47291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86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4643FB6-ED59-AEA3-CC47-ED221C42F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5948363"/>
            <a:ext cx="646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130" name="矩形 44">
            <a:extLst>
              <a:ext uri="{FF2B5EF4-FFF2-40B4-BE49-F238E27FC236}">
                <a16:creationId xmlns:a16="http://schemas.microsoft.com/office/drawing/2014/main" id="{2EA08D89-9E0D-033F-1004-57769FE86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5978525"/>
            <a:ext cx="871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240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DB42E58-3BCB-8F95-D0BF-DFEAB7D06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650" y="5703888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42" grpId="0"/>
      <p:bldP spid="43" grpId="0"/>
      <p:bldP spid="44" grpId="0"/>
      <p:bldP spid="4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矩形 2">
            <a:extLst>
              <a:ext uri="{FF2B5EF4-FFF2-40B4-BE49-F238E27FC236}">
                <a16:creationId xmlns:a16="http://schemas.microsoft.com/office/drawing/2014/main" id="{5A51BBF3-E6AA-0FD9-7F39-4BB771576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28775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用直式算算看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並驗算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8131" name="矩形 1">
            <a:extLst>
              <a:ext uri="{FF2B5EF4-FFF2-40B4-BE49-F238E27FC236}">
                <a16:creationId xmlns:a16="http://schemas.microsoft.com/office/drawing/2014/main" id="{D366C349-D0E3-AB87-3972-5389749E6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2228850"/>
            <a:ext cx="457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315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pic>
        <p:nvPicPr>
          <p:cNvPr id="48132" name="圖片 2">
            <a:extLst>
              <a:ext uri="{FF2B5EF4-FFF2-40B4-BE49-F238E27FC236}">
                <a16:creationId xmlns:a16="http://schemas.microsoft.com/office/drawing/2014/main" id="{DFA7DB9D-E040-43D9-65C9-2ABBAF550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344738"/>
            <a:ext cx="3524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5D61223A-4032-BCFF-2453-7B29C48EE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2463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63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8134" name="圖片 3">
            <a:extLst>
              <a:ext uri="{FF2B5EF4-FFF2-40B4-BE49-F238E27FC236}">
                <a16:creationId xmlns:a16="http://schemas.microsoft.com/office/drawing/2014/main" id="{B2DE5D6B-108A-9424-4D93-E69AF4BA3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38" y="3475038"/>
            <a:ext cx="398145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5" name="矩形 2">
            <a:extLst>
              <a:ext uri="{FF2B5EF4-FFF2-40B4-BE49-F238E27FC236}">
                <a16:creationId xmlns:a16="http://schemas.microsoft.com/office/drawing/2014/main" id="{B4B68F17-70CA-2C35-781D-182733DBC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788" y="3598863"/>
            <a:ext cx="17287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驗算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5F7B7DE-FFFF-A1A3-07CC-BE2F2895D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4411663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63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BE60CC9-0EF1-9575-16E3-4E342BC4E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79107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DDE6EB06-03BF-20D3-FC22-EF74078473F3}"/>
              </a:ext>
            </a:extLst>
          </p:cNvPr>
          <p:cNvCxnSpPr/>
          <p:nvPr/>
        </p:nvCxnSpPr>
        <p:spPr>
          <a:xfrm flipV="1">
            <a:off x="6034088" y="5184775"/>
            <a:ext cx="1020762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0FA610C9-6614-0A9D-52C7-91150BB4B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518953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315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EBE988E-1EBD-8EEE-39CC-0A1CB5E7E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8" y="3384550"/>
            <a:ext cx="2068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92D83F65-AF6A-4BE1-3D4C-981883EADFD0}"/>
              </a:ext>
            </a:extLst>
          </p:cNvPr>
          <p:cNvGrpSpPr>
            <a:grpSpLocks/>
          </p:cNvGrpSpPr>
          <p:nvPr/>
        </p:nvGrpSpPr>
        <p:grpSpPr bwMode="auto">
          <a:xfrm>
            <a:off x="1512888" y="3081338"/>
            <a:ext cx="1127125" cy="733425"/>
            <a:chOff x="4631821" y="2590576"/>
            <a:chExt cx="1127935" cy="733738"/>
          </a:xfrm>
        </p:grpSpPr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2916B496-36E9-F121-F163-460797520AAA}"/>
                </a:ext>
              </a:extLst>
            </p:cNvPr>
            <p:cNvCxnSpPr/>
            <p:nvPr/>
          </p:nvCxnSpPr>
          <p:spPr>
            <a:xfrm flipV="1">
              <a:off x="4830401" y="2924093"/>
              <a:ext cx="929355" cy="6353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弧形 53">
              <a:extLst>
                <a:ext uri="{FF2B5EF4-FFF2-40B4-BE49-F238E27FC236}">
                  <a16:creationId xmlns:a16="http://schemas.microsoft.com/office/drawing/2014/main" id="{B77B3639-3B52-2DD1-6570-73AA8E594FED}"/>
                </a:ext>
              </a:extLst>
            </p:cNvPr>
            <p:cNvSpPr/>
            <p:nvPr/>
          </p:nvSpPr>
          <p:spPr>
            <a:xfrm>
              <a:off x="4631821" y="2590576"/>
              <a:ext cx="204934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D7B6DB42-87FD-2D2F-53F1-64143D511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2903538"/>
            <a:ext cx="563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01A465D-0970-29E6-DCC1-D80DD7C33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2903538"/>
            <a:ext cx="563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0E8A501-C59A-BA1D-6E21-A9CF0FABC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795713"/>
            <a:ext cx="777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058A8408-467A-1B7B-116A-0A673D7E73D3}"/>
              </a:ext>
            </a:extLst>
          </p:cNvPr>
          <p:cNvCxnSpPr/>
          <p:nvPr/>
        </p:nvCxnSpPr>
        <p:spPr>
          <a:xfrm flipV="1">
            <a:off x="1627188" y="4302125"/>
            <a:ext cx="1030287" cy="15875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BE6DB3BC-FCBA-A07E-4432-11A21355A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25" y="4244975"/>
            <a:ext cx="75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224B24A-356F-DD45-E949-0115871F9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4635500"/>
            <a:ext cx="8715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B3E8516B-53A5-C885-E20A-9612FC705ECE}"/>
              </a:ext>
            </a:extLst>
          </p:cNvPr>
          <p:cNvCxnSpPr/>
          <p:nvPr/>
        </p:nvCxnSpPr>
        <p:spPr>
          <a:xfrm flipV="1">
            <a:off x="1598613" y="5099050"/>
            <a:ext cx="1030287" cy="15875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A987CA21-C5B2-EC1C-2FCB-6DFB51407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738" y="5092700"/>
            <a:ext cx="5635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pic>
        <p:nvPicPr>
          <p:cNvPr id="48150" name="圖片 1">
            <a:extLst>
              <a:ext uri="{FF2B5EF4-FFF2-40B4-BE49-F238E27FC236}">
                <a16:creationId xmlns:a16="http://schemas.microsoft.com/office/drawing/2014/main" id="{2E7F272D-CCA1-CE4A-C9D6-0668D38B8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8" y="1677988"/>
            <a:ext cx="4635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7" grpId="0"/>
      <p:bldP spid="48" grpId="0"/>
      <p:bldP spid="50" grpId="0"/>
      <p:bldP spid="51" grpId="0"/>
      <p:bldP spid="6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圖片 3">
            <a:extLst>
              <a:ext uri="{FF2B5EF4-FFF2-40B4-BE49-F238E27FC236}">
                <a16:creationId xmlns:a16="http://schemas.microsoft.com/office/drawing/2014/main" id="{E9F2F55F-E029-EC79-F05A-7643E835A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2251075"/>
            <a:ext cx="3825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矩形 26">
            <a:extLst>
              <a:ext uri="{FF2B5EF4-FFF2-40B4-BE49-F238E27FC236}">
                <a16:creationId xmlns:a16="http://schemas.microsoft.com/office/drawing/2014/main" id="{0AFFBC10-D4A5-1CAC-4BE4-26B3ED142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2168525"/>
            <a:ext cx="457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220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)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D026DB1-9421-8B60-EC8D-98B22733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1748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36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9157" name="圖片 3">
            <a:extLst>
              <a:ext uri="{FF2B5EF4-FFF2-40B4-BE49-F238E27FC236}">
                <a16:creationId xmlns:a16="http://schemas.microsoft.com/office/drawing/2014/main" id="{45A6D5F0-4CBF-5F25-694F-7DC973D4D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38" y="3475038"/>
            <a:ext cx="398145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矩形 2">
            <a:extLst>
              <a:ext uri="{FF2B5EF4-FFF2-40B4-BE49-F238E27FC236}">
                <a16:creationId xmlns:a16="http://schemas.microsoft.com/office/drawing/2014/main" id="{6FB3B9AE-6FA5-3ABF-5413-0F023B885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788" y="3598863"/>
            <a:ext cx="17287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驗算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24C8C0E-CD99-C94B-6ED3-71C891815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038" y="441007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36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674004D-52B0-7684-86DE-80C87F3A3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863" y="4789488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700309D1-BD5A-84D4-FD0D-1B8A95DD3F1C}"/>
              </a:ext>
            </a:extLst>
          </p:cNvPr>
          <p:cNvCxnSpPr/>
          <p:nvPr/>
        </p:nvCxnSpPr>
        <p:spPr>
          <a:xfrm flipV="1">
            <a:off x="5534025" y="5183188"/>
            <a:ext cx="1020763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467D4716-D286-27C2-75DD-0BB69451F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038" y="518795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216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EE28755-91F5-A0EE-A153-A8B1DA1B3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8" y="3384550"/>
            <a:ext cx="2068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568BFF01-F834-73A8-663D-DF289557667F}"/>
              </a:ext>
            </a:extLst>
          </p:cNvPr>
          <p:cNvGrpSpPr>
            <a:grpSpLocks/>
          </p:cNvGrpSpPr>
          <p:nvPr/>
        </p:nvGrpSpPr>
        <p:grpSpPr bwMode="auto">
          <a:xfrm>
            <a:off x="1512888" y="3081338"/>
            <a:ext cx="1127125" cy="733425"/>
            <a:chOff x="4631821" y="2590576"/>
            <a:chExt cx="1127935" cy="733738"/>
          </a:xfrm>
        </p:grpSpPr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26156FF2-25EB-DCCF-D33D-1D0E4A070DB1}"/>
                </a:ext>
              </a:extLst>
            </p:cNvPr>
            <p:cNvCxnSpPr/>
            <p:nvPr/>
          </p:nvCxnSpPr>
          <p:spPr>
            <a:xfrm flipV="1">
              <a:off x="4830401" y="2924093"/>
              <a:ext cx="929355" cy="6353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弧形 53">
              <a:extLst>
                <a:ext uri="{FF2B5EF4-FFF2-40B4-BE49-F238E27FC236}">
                  <a16:creationId xmlns:a16="http://schemas.microsoft.com/office/drawing/2014/main" id="{8A68DEC3-ECC8-C7D8-678B-E4A31738DBE8}"/>
                </a:ext>
              </a:extLst>
            </p:cNvPr>
            <p:cNvSpPr/>
            <p:nvPr/>
          </p:nvSpPr>
          <p:spPr>
            <a:xfrm>
              <a:off x="4631821" y="2590576"/>
              <a:ext cx="204934" cy="733738"/>
            </a:xfrm>
            <a:prstGeom prst="arc">
              <a:avLst>
                <a:gd name="adj1" fmla="val 21227804"/>
                <a:gd name="adj2" fmla="val 5092895"/>
              </a:avLst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B1AD1545-6611-EA8A-D16E-D0573A093AD1}"/>
              </a:ext>
            </a:extLst>
          </p:cNvPr>
          <p:cNvCxnSpPr/>
          <p:nvPr/>
        </p:nvCxnSpPr>
        <p:spPr>
          <a:xfrm flipV="1">
            <a:off x="1666875" y="4252913"/>
            <a:ext cx="1001713" cy="1270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EA2B4543-FB24-5C77-5B2E-AFD69D49F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3771900"/>
            <a:ext cx="8588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1F21FC6-D417-4547-2514-A79C303DF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195763"/>
            <a:ext cx="1120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4 0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A1D22D7-6CE1-1D1A-DBDE-A4C0C1D78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2903538"/>
            <a:ext cx="563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4C133BC-A40F-5F13-7AD3-4A83311A4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2903538"/>
            <a:ext cx="563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236F9A3-FD17-C1C3-24EA-5CB1C34FE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013" y="4640263"/>
            <a:ext cx="777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B8313F1F-324C-E832-B257-AC28A3E4022F}"/>
              </a:ext>
            </a:extLst>
          </p:cNvPr>
          <p:cNvCxnSpPr/>
          <p:nvPr/>
        </p:nvCxnSpPr>
        <p:spPr>
          <a:xfrm flipV="1">
            <a:off x="1666875" y="5110163"/>
            <a:ext cx="1030288" cy="15875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C2C70BF0-6DA3-F8BC-A51B-05AB4DE99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5119688"/>
            <a:ext cx="563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9173" name="矩形 2">
            <a:extLst>
              <a:ext uri="{FF2B5EF4-FFF2-40B4-BE49-F238E27FC236}">
                <a16:creationId xmlns:a16="http://schemas.microsoft.com/office/drawing/2014/main" id="{B080D9B8-0E0D-F322-84D6-840B05D7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28775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用直式算算看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並驗算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9174" name="圖片 1">
            <a:extLst>
              <a:ext uri="{FF2B5EF4-FFF2-40B4-BE49-F238E27FC236}">
                <a16:creationId xmlns:a16="http://schemas.microsoft.com/office/drawing/2014/main" id="{D1035FBA-C9AD-C9CB-D0BB-90F76CA30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8" y="1677988"/>
            <a:ext cx="4635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454B8F25-A9DC-F67B-E25A-854512096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133600"/>
            <a:ext cx="563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BC6BC7F-0827-94A5-FB33-3C43A938D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388" y="4410075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216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BA2E3A6-585A-5A1C-8B9B-4293BE27D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213" y="4789488"/>
            <a:ext cx="120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DA4F037C-F197-F34E-E8AA-69D23F011D2B}"/>
              </a:ext>
            </a:extLst>
          </p:cNvPr>
          <p:cNvCxnSpPr/>
          <p:nvPr/>
        </p:nvCxnSpPr>
        <p:spPr>
          <a:xfrm flipV="1">
            <a:off x="6937375" y="5183188"/>
            <a:ext cx="1020763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88B8D0B9-7EA7-37E9-17C1-07275E95E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388" y="5187950"/>
            <a:ext cx="739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220</a:t>
            </a:r>
            <a:endParaRPr lang="zh-TW" altLang="en-US" sz="2400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7" grpId="0"/>
      <p:bldP spid="48" grpId="0"/>
      <p:bldP spid="50" grpId="0"/>
      <p:bldP spid="51" grpId="0"/>
      <p:bldP spid="57" grpId="0"/>
      <p:bldP spid="61" grpId="0"/>
      <p:bldP spid="37" grpId="0"/>
      <p:bldP spid="38" grpId="0"/>
      <p:bldP spid="4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矩形 26">
            <a:extLst>
              <a:ext uri="{FF2B5EF4-FFF2-40B4-BE49-F238E27FC236}">
                <a16:creationId xmlns:a16="http://schemas.microsoft.com/office/drawing/2014/main" id="{DB2FDD87-E396-A299-FFAB-E31690701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2176463"/>
            <a:ext cx="8432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每個紙箱裝的書都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樣多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書店裝了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個紙箱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共裝了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168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本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每個紙箱裝了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本書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0179" name="矩形 2">
            <a:extLst>
              <a:ext uri="{FF2B5EF4-FFF2-40B4-BE49-F238E27FC236}">
                <a16:creationId xmlns:a16="http://schemas.microsoft.com/office/drawing/2014/main" id="{5A596FEC-E6A5-DEB8-F5B0-1F2320826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28775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把做法用算式記下來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0180" name="圖片 1">
            <a:extLst>
              <a:ext uri="{FF2B5EF4-FFF2-40B4-BE49-F238E27FC236}">
                <a16:creationId xmlns:a16="http://schemas.microsoft.com/office/drawing/2014/main" id="{B6A24AE5-3832-BDFE-56D8-61D383BC7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663700"/>
            <a:ext cx="4587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圖片 2">
            <a:extLst>
              <a:ext uri="{FF2B5EF4-FFF2-40B4-BE49-F238E27FC236}">
                <a16:creationId xmlns:a16="http://schemas.microsoft.com/office/drawing/2014/main" id="{E1AD0CA7-823F-B475-4713-65AE3E5E7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2244725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024ECAF4-0F40-CC03-753C-80B9F9165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805488"/>
            <a:ext cx="172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本書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F507D5-D229-3923-A718-4A113AD17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3573463"/>
            <a:ext cx="21590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zh-TW" altLang="en-US" sz="2400" i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168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矩形 26">
            <a:extLst>
              <a:ext uri="{FF2B5EF4-FFF2-40B4-BE49-F238E27FC236}">
                <a16:creationId xmlns:a16="http://schemas.microsoft.com/office/drawing/2014/main" id="{8B205078-BF19-7062-3512-4E1F83F03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2168525"/>
            <a:ext cx="79660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羽彤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每天存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存了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天後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剛好可以存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1203" name="矩形 2">
            <a:extLst>
              <a:ext uri="{FF2B5EF4-FFF2-40B4-BE49-F238E27FC236}">
                <a16:creationId xmlns:a16="http://schemas.microsoft.com/office/drawing/2014/main" id="{CF79DC0F-97B8-2222-7AD0-980182D07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28775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把做法用算式記下來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1204" name="圖片 1">
            <a:extLst>
              <a:ext uri="{FF2B5EF4-FFF2-40B4-BE49-F238E27FC236}">
                <a16:creationId xmlns:a16="http://schemas.microsoft.com/office/drawing/2014/main" id="{A2CFB7D3-4CE4-4941-DF1E-1CCE30724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663700"/>
            <a:ext cx="4587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AC3591DF-9F66-56FB-9EC1-5D4BE7427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838" y="4621213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DFCE477-A31F-2788-C3B5-42E8055D2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924175"/>
            <a:ext cx="21590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1207" name="圖片 3">
            <a:extLst>
              <a:ext uri="{FF2B5EF4-FFF2-40B4-BE49-F238E27FC236}">
                <a16:creationId xmlns:a16="http://schemas.microsoft.com/office/drawing/2014/main" id="{97EB99DA-928E-1BB8-8B31-71929D947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2201863"/>
            <a:ext cx="3825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矩形 26">
            <a:extLst>
              <a:ext uri="{FF2B5EF4-FFF2-40B4-BE49-F238E27FC236}">
                <a16:creationId xmlns:a16="http://schemas.microsoft.com/office/drawing/2014/main" id="{2BD548BE-0911-3F15-1B34-7E9714BB1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2168525"/>
            <a:ext cx="82883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老闆把做好的捲心酥平分裝成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盒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每盒有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根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剛好裝完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老闆做了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根捲心酥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2227" name="矩形 2">
            <a:extLst>
              <a:ext uri="{FF2B5EF4-FFF2-40B4-BE49-F238E27FC236}">
                <a16:creationId xmlns:a16="http://schemas.microsoft.com/office/drawing/2014/main" id="{7575F0B2-3571-E789-CAB0-1E4C698C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28775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把做法用算式記下來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2228" name="圖片 1">
            <a:extLst>
              <a:ext uri="{FF2B5EF4-FFF2-40B4-BE49-F238E27FC236}">
                <a16:creationId xmlns:a16="http://schemas.microsoft.com/office/drawing/2014/main" id="{CEE8CFE3-67F3-70A8-3BC8-23BB4F1F2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663700"/>
            <a:ext cx="4587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5807505D-ACCF-0067-C598-0AFD506C0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621213"/>
            <a:ext cx="1570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126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5B9F59C-A795-D599-0971-F5A2867B7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73425"/>
            <a:ext cx="2005012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)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126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2231" name="圖片 2">
            <a:extLst>
              <a:ext uri="{FF2B5EF4-FFF2-40B4-BE49-F238E27FC236}">
                <a16:creationId xmlns:a16="http://schemas.microsoft.com/office/drawing/2014/main" id="{2E4856EA-5ACB-9627-95A4-5264C8923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2266950"/>
            <a:ext cx="3397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矩形 26">
            <a:extLst>
              <a:ext uri="{FF2B5EF4-FFF2-40B4-BE49-F238E27FC236}">
                <a16:creationId xmlns:a16="http://schemas.microsoft.com/office/drawing/2014/main" id="{B783997A-8EB0-193E-07E3-F34772403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2168525"/>
            <a:ext cx="82883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學校大禮堂有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135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要平分成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組玩遊戲時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每組會剛好有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3251" name="矩形 2">
            <a:extLst>
              <a:ext uri="{FF2B5EF4-FFF2-40B4-BE49-F238E27FC236}">
                <a16:creationId xmlns:a16="http://schemas.microsoft.com/office/drawing/2014/main" id="{6F19A546-64B6-2442-3384-F8239695F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28775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把做法用算式記下來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3252" name="圖片 1">
            <a:extLst>
              <a:ext uri="{FF2B5EF4-FFF2-40B4-BE49-F238E27FC236}">
                <a16:creationId xmlns:a16="http://schemas.microsoft.com/office/drawing/2014/main" id="{28CDD4E4-9DB1-5352-E334-467728D61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663700"/>
            <a:ext cx="4587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C8365121-27E7-BEC1-915F-3F4759AAC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732463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7FCFD9B-8353-798A-D233-B8EBC7618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73425"/>
            <a:ext cx="208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135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135</a:t>
            </a:r>
            <a:r>
              <a:rPr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3255" name="圖片 3">
            <a:extLst>
              <a:ext uri="{FF2B5EF4-FFF2-40B4-BE49-F238E27FC236}">
                <a16:creationId xmlns:a16="http://schemas.microsoft.com/office/drawing/2014/main" id="{36200997-E513-83F3-5AFE-068D21C0A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2239963"/>
            <a:ext cx="3603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theme/theme1.xml><?xml version="1.0" encoding="utf-8"?>
<a:theme xmlns:a="http://schemas.openxmlformats.org/drawingml/2006/main" name="1_數學教學PPT共同頁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10331</TotalTime>
  <Words>2404</Words>
  <Application>Microsoft Office PowerPoint</Application>
  <PresentationFormat>如螢幕大小 (4:3)</PresentationFormat>
  <Paragraphs>567</Paragraphs>
  <Slides>45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62" baseType="lpstr">
      <vt:lpstr>Calibri</vt:lpstr>
      <vt:lpstr>新細明體</vt:lpstr>
      <vt:lpstr>Arial</vt:lpstr>
      <vt:lpstr>Calibri Light</vt:lpstr>
      <vt:lpstr>Times New Roman</vt:lpstr>
      <vt:lpstr>微軟正黑體</vt:lpstr>
      <vt:lpstr>書法中楷（注音一）</vt:lpstr>
      <vt:lpstr>標楷體</vt:lpstr>
      <vt:lpstr>MS Mincho</vt:lpstr>
      <vt:lpstr>MS Gothic</vt:lpstr>
      <vt:lpstr>細明體</vt:lpstr>
      <vt:lpstr>書法中楷（破音二）</vt:lpstr>
      <vt:lpstr>書法中楷（破音三）</vt:lpstr>
      <vt:lpstr>DFBiaoKaiShuStd-W5</vt:lpstr>
      <vt:lpstr>DFYuanStd-W3</vt:lpstr>
      <vt:lpstr>1_數學教學PPT共同頁</vt:lpstr>
      <vt:lpstr>Picture</vt:lpstr>
      <vt:lpstr>PowerPoint 簡報</vt:lpstr>
      <vt:lpstr>PowerPoint 簡報</vt:lpstr>
      <vt:lpstr>重點回顧內容</vt:lpstr>
      <vt:lpstr>PowerPoint 簡報</vt:lpstr>
      <vt:lpstr>練一練</vt:lpstr>
      <vt:lpstr>練一練</vt:lpstr>
      <vt:lpstr>練一練</vt:lpstr>
      <vt:lpstr>練一練</vt:lpstr>
      <vt:lpstr>練一練</vt:lpstr>
      <vt:lpstr>練一練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君</dc:creator>
  <cp:lastModifiedBy>USER</cp:lastModifiedBy>
  <cp:revision>972</cp:revision>
  <dcterms:created xsi:type="dcterms:W3CDTF">2015-06-20T07:30:27Z</dcterms:created>
  <dcterms:modified xsi:type="dcterms:W3CDTF">2026-06-08T08:30:40Z</dcterms:modified>
</cp:coreProperties>
</file>