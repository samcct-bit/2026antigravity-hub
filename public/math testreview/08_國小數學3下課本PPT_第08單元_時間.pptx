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handoutMasterIdLst>
    <p:handoutMasterId r:id="rId61"/>
  </p:handoutMasterIdLst>
  <p:sldIdLst>
    <p:sldId id="329" r:id="rId2"/>
    <p:sldId id="330" r:id="rId3"/>
    <p:sldId id="331" r:id="rId4"/>
    <p:sldId id="332" r:id="rId5"/>
    <p:sldId id="409" r:id="rId6"/>
    <p:sldId id="333" r:id="rId7"/>
    <p:sldId id="334" r:id="rId8"/>
    <p:sldId id="341" r:id="rId9"/>
    <p:sldId id="342" r:id="rId10"/>
    <p:sldId id="335" r:id="rId11"/>
    <p:sldId id="336" r:id="rId12"/>
    <p:sldId id="288" r:id="rId13"/>
    <p:sldId id="343" r:id="rId14"/>
    <p:sldId id="318" r:id="rId15"/>
    <p:sldId id="367" r:id="rId16"/>
    <p:sldId id="368" r:id="rId17"/>
    <p:sldId id="369" r:id="rId18"/>
    <p:sldId id="370" r:id="rId19"/>
    <p:sldId id="371" r:id="rId20"/>
    <p:sldId id="366" r:id="rId21"/>
    <p:sldId id="344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45" r:id="rId33"/>
    <p:sldId id="383" r:id="rId34"/>
    <p:sldId id="412" r:id="rId35"/>
    <p:sldId id="411" r:id="rId36"/>
    <p:sldId id="413" r:id="rId37"/>
    <p:sldId id="384" r:id="rId38"/>
    <p:sldId id="415" r:id="rId39"/>
    <p:sldId id="414" r:id="rId40"/>
    <p:sldId id="416" r:id="rId41"/>
    <p:sldId id="417" r:id="rId42"/>
    <p:sldId id="418" r:id="rId43"/>
    <p:sldId id="419" r:id="rId44"/>
    <p:sldId id="420" r:id="rId45"/>
    <p:sldId id="421" r:id="rId46"/>
    <p:sldId id="422" r:id="rId47"/>
    <p:sldId id="423" r:id="rId48"/>
    <p:sldId id="424" r:id="rId49"/>
    <p:sldId id="397" r:id="rId50"/>
    <p:sldId id="398" r:id="rId51"/>
    <p:sldId id="348" r:id="rId52"/>
    <p:sldId id="349" r:id="rId53"/>
    <p:sldId id="425" r:id="rId54"/>
    <p:sldId id="402" r:id="rId55"/>
    <p:sldId id="403" r:id="rId56"/>
    <p:sldId id="405" r:id="rId57"/>
    <p:sldId id="406" r:id="rId58"/>
    <p:sldId id="407" r:id="rId59"/>
    <p:sldId id="408" r:id="rId60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F0FD"/>
    <a:srgbClr val="F71BED"/>
    <a:srgbClr val="00AAED"/>
    <a:srgbClr val="9FE1F9"/>
    <a:srgbClr val="00B3F0"/>
    <a:srgbClr val="0000FF"/>
    <a:srgbClr val="FF0000"/>
    <a:srgbClr val="8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3" autoAdjust="0"/>
    <p:restoredTop sz="94660"/>
  </p:normalViewPr>
  <p:slideViewPr>
    <p:cSldViewPr>
      <p:cViewPr>
        <p:scale>
          <a:sx n="100" d="100"/>
          <a:sy n="100" d="100"/>
        </p:scale>
        <p:origin x="2196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348"/>
    </p:cViewPr>
  </p:sorterViewPr>
  <p:notesViewPr>
    <p:cSldViewPr>
      <p:cViewPr varScale="1">
        <p:scale>
          <a:sx n="62" d="100"/>
          <a:sy n="62" d="100"/>
        </p:scale>
        <p:origin x="-1570" y="-101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847562A-9805-394F-A2F8-D239EC2B01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3A97249-8E56-50A6-38C7-C4BE5FFC7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5372DA7-0A8A-4F23-86C1-602EF6A54627}" type="datetimeFigureOut">
              <a:rPr lang="zh-TW" altLang="en-US"/>
              <a:pPr>
                <a:defRPr/>
              </a:pPr>
              <a:t>2026/6/8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CE5B284-56EA-BE45-4236-091E11C74B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6808A12-3AF6-109B-E455-9B69AD53FC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A735A5BA-FEF7-49BF-8697-716D9FD9886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4A97F-B101-57E2-34BC-56D7714B1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96CF6-E4F2-689B-74B1-81191E8A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7743-C81D-8F40-0220-1ED33E81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456D7-7E0C-4713-9468-0B118D401BC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5553060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95">
            <a:extLst>
              <a:ext uri="{FF2B5EF4-FFF2-40B4-BE49-F238E27FC236}">
                <a16:creationId xmlns:a16="http://schemas.microsoft.com/office/drawing/2014/main" id="{4BA81E89-2E74-D756-B457-7435CCB3654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endParaRPr lang="zh-TW" altLang="zh-TW" sz="14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sz="5500" b="1" i="1">
                <a:solidFill>
                  <a:srgbClr val="0099CC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8110D-974F-E90A-88AF-06553943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DF9B7-F5FE-D638-1235-BF5F7D17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8861B-B83D-C2BB-98D9-8BEABB38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2E11320-5185-41AC-93F3-AE863A53DA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9488429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724" y="1517405"/>
            <a:ext cx="8517276" cy="43513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10143-8112-FFB2-523D-DEFE93F8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10F11-3B70-B281-21CC-777CD5DAF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7A5A5-72E5-791D-ACAF-88278B9D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0FBCF-53E8-48C1-A129-A2B58FB2CBF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35637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內容版面配置區 3">
            <a:extLst>
              <a:ext uri="{FF2B5EF4-FFF2-40B4-BE49-F238E27FC236}">
                <a16:creationId xmlns:a16="http://schemas.microsoft.com/office/drawing/2014/main" id="{BDB05ACD-7BA7-FC24-0323-189C2AE1CF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41"/>
          <a:stretch>
            <a:fillRect/>
          </a:stretch>
        </p:blipFill>
        <p:spPr bwMode="auto">
          <a:xfrm>
            <a:off x="-4763" y="0"/>
            <a:ext cx="193833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724" y="980728"/>
            <a:ext cx="8517276" cy="4888015"/>
          </a:xfrm>
        </p:spPr>
        <p:txBody>
          <a:bodyPr/>
          <a:lstStyle>
            <a:lvl1pPr marL="0" indent="0">
              <a:buNone/>
              <a:defRPr sz="2800" baseline="0">
                <a:latin typeface="Times New Roman" panose="02020603050405020304" pitchFamily="18" charset="0"/>
                <a:ea typeface="書法中楷（注音一）" panose="02010609010101010101" pitchFamily="49" charset="-120"/>
              </a:defRPr>
            </a:lvl1pPr>
            <a:lvl2pPr marL="457200" indent="0">
              <a:buNone/>
              <a:defRPr sz="2400" baseline="0">
                <a:latin typeface="Times New Roman" panose="02020603050405020304" pitchFamily="18" charset="0"/>
                <a:ea typeface="書法中楷（注音一）" panose="02010609010101010101" pitchFamily="49" charset="-120"/>
              </a:defRPr>
            </a:lvl2pPr>
            <a:lvl3pPr marL="914400" indent="0">
              <a:buNone/>
              <a:defRPr sz="2000" baseline="0">
                <a:latin typeface="Times New Roman" panose="02020603050405020304" pitchFamily="18" charset="0"/>
                <a:ea typeface="書法中楷（注音一）" panose="02010609010101010101" pitchFamily="49" charset="-120"/>
              </a:defRPr>
            </a:lvl3pPr>
            <a:lvl4pPr marL="1371600" indent="0">
              <a:buNone/>
              <a:defRPr sz="1800" baseline="0">
                <a:latin typeface="Times New Roman" panose="02020603050405020304" pitchFamily="18" charset="0"/>
                <a:ea typeface="書法中楷（注音一）" panose="02010609010101010101" pitchFamily="49" charset="-120"/>
              </a:defRPr>
            </a:lvl4pPr>
            <a:lvl5pPr marL="1828800" indent="0">
              <a:buNone/>
              <a:defRPr sz="1800" baseline="0">
                <a:latin typeface="Times New Roman" panose="02020603050405020304" pitchFamily="18" charset="0"/>
                <a:ea typeface="書法中楷（注音一）" panose="02010609010101010101" pitchFamily="49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49574-DADE-5079-A01B-8277C5E0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414E2-9435-4674-8F42-673E1995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2F9A1-DBD5-4B79-B64F-33EB3A6F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B682910-FDF3-40F6-AAC9-20871BF98D7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165313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3EC1ABF2-0261-C9A9-7874-B7922FA5EEA3}"/>
              </a:ext>
            </a:extLst>
          </p:cNvPr>
          <p:cNvCxnSpPr/>
          <p:nvPr userDrawn="1"/>
        </p:nvCxnSpPr>
        <p:spPr>
          <a:xfrm>
            <a:off x="0" y="2670175"/>
            <a:ext cx="7135813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EF37F6C6-ABE1-0F95-7657-D7350E8C92CD}"/>
              </a:ext>
            </a:extLst>
          </p:cNvPr>
          <p:cNvCxnSpPr/>
          <p:nvPr userDrawn="1"/>
        </p:nvCxnSpPr>
        <p:spPr>
          <a:xfrm>
            <a:off x="2427288" y="3773488"/>
            <a:ext cx="6742112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Shape 95">
            <a:extLst>
              <a:ext uri="{FF2B5EF4-FFF2-40B4-BE49-F238E27FC236}">
                <a16:creationId xmlns:a16="http://schemas.microsoft.com/office/drawing/2014/main" id="{2C77C5BE-638D-7F68-F0BC-BA24BF2C0F3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670175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 sz="1400">
              <a:solidFill>
                <a:srgbClr val="000000"/>
              </a:solidFill>
              <a:cs typeface="Arial" charset="0"/>
              <a:sym typeface="Arial" charset="0"/>
            </a:endParaRPr>
          </a:p>
        </p:txBody>
      </p:sp>
      <p:sp>
        <p:nvSpPr>
          <p:cNvPr id="5" name="Shape 95">
            <a:extLst>
              <a:ext uri="{FF2B5EF4-FFF2-40B4-BE49-F238E27FC236}">
                <a16:creationId xmlns:a16="http://schemas.microsoft.com/office/drawing/2014/main" id="{F73304D4-CB85-C6A0-DB8A-4B7A118293A9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 flipH="1">
            <a:off x="7844631" y="2670969"/>
            <a:ext cx="1570038" cy="1079500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 sz="1400">
              <a:solidFill>
                <a:srgbClr val="000000"/>
              </a:solidFill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9353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5">
            <a:extLst>
              <a:ext uri="{FF2B5EF4-FFF2-40B4-BE49-F238E27FC236}">
                <a16:creationId xmlns:a16="http://schemas.microsoft.com/office/drawing/2014/main" id="{2B5846C5-8B1E-E0F0-5AB8-8767D780F0E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 sz="1400">
              <a:solidFill>
                <a:srgbClr val="000000"/>
              </a:solidFill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046273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88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2E206E62-D726-34E8-490B-D41B86331D4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54509-FC71-94DF-1F41-086E012520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D5820-F308-CFA5-D9AC-88C1E5392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138D0-A45F-B102-8761-7BD797271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A0812-0ED7-DA76-5C04-F7060C76F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9F794D5-F9A2-4B7D-A66A-985A591A07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1" name="Picture 8">
            <a:extLst>
              <a:ext uri="{FF2B5EF4-FFF2-40B4-BE49-F238E27FC236}">
                <a16:creationId xmlns:a16="http://schemas.microsoft.com/office/drawing/2014/main" id="{5026328D-8693-0EB9-77A3-28C296170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5" y="6418263"/>
            <a:ext cx="2271713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2" r:id="rId2"/>
    <p:sldLayoutId id="2147484091" r:id="rId3"/>
    <p:sldLayoutId id="2147484093" r:id="rId4"/>
    <p:sldLayoutId id="2147484094" r:id="rId5"/>
    <p:sldLayoutId id="2147484095" r:id="rId6"/>
    <p:sldLayoutId id="2147484096" r:id="rId7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3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1.png"/><Relationship Id="rId7" Type="http://schemas.openxmlformats.org/officeDocument/2006/relationships/image" Target="../media/image8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4.png"/><Relationship Id="rId5" Type="http://schemas.openxmlformats.org/officeDocument/2006/relationships/image" Target="../media/image41.png"/><Relationship Id="rId4" Type="http://schemas.openxmlformats.org/officeDocument/2006/relationships/image" Target="../media/image10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:a16="http://schemas.microsoft.com/office/drawing/2014/main" id="{DA7C3B62-B4EB-BBE1-134E-494B19F60B10}"/>
              </a:ext>
            </a:extLst>
          </p:cNvPr>
          <p:cNvSpPr/>
          <p:nvPr/>
        </p:nvSpPr>
        <p:spPr>
          <a:xfrm>
            <a:off x="501650" y="2597150"/>
            <a:ext cx="8140700" cy="1403350"/>
          </a:xfrm>
          <a:prstGeom prst="roundRect">
            <a:avLst/>
          </a:prstGeom>
          <a:solidFill>
            <a:srgbClr val="0099C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8195" name="標題 1">
            <a:extLst>
              <a:ext uri="{FF2B5EF4-FFF2-40B4-BE49-F238E27FC236}">
                <a16:creationId xmlns:a16="http://schemas.microsoft.com/office/drawing/2014/main" id="{54ED0130-A7B5-8938-4818-856889B97C68}"/>
              </a:ext>
            </a:extLst>
          </p:cNvPr>
          <p:cNvSpPr txBox="1">
            <a:spLocks/>
          </p:cNvSpPr>
          <p:nvPr/>
        </p:nvSpPr>
        <p:spPr bwMode="auto">
          <a:xfrm>
            <a:off x="628650" y="1485900"/>
            <a:ext cx="78867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sz="10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單元</a:t>
            </a:r>
            <a:endParaRPr lang="en-US" altLang="zh-TW" sz="5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</a:t>
            </a:r>
            <a:endParaRPr lang="en-US" altLang="zh-TW" sz="55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教學</a:t>
            </a:r>
            <a:r>
              <a:rPr lang="en-US" altLang="zh-TW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PPT</a:t>
            </a:r>
            <a:endParaRPr lang="zh-TW" altLang="en-US" sz="5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>
            <a:extLst>
              <a:ext uri="{FF2B5EF4-FFF2-40B4-BE49-F238E27FC236}">
                <a16:creationId xmlns:a16="http://schemas.microsoft.com/office/drawing/2014/main" id="{CAB15E4F-D3B0-3046-C503-F274F7980E93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重點回顧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8C23B9FF-92BE-7C7F-DC8B-BC924C60D3A6}"/>
              </a:ext>
            </a:extLst>
          </p:cNvPr>
          <p:cNvSpPr txBox="1">
            <a:spLocks/>
          </p:cNvSpPr>
          <p:nvPr/>
        </p:nvSpPr>
        <p:spPr bwMode="auto">
          <a:xfrm>
            <a:off x="590550" y="228600"/>
            <a:ext cx="78867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endParaRPr lang="zh-TW" altLang="en-US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43" name="標題 3">
            <a:extLst>
              <a:ext uri="{FF2B5EF4-FFF2-40B4-BE49-F238E27FC236}">
                <a16:creationId xmlns:a16="http://schemas.microsoft.com/office/drawing/2014/main" id="{7522442E-CBE8-2DF0-3B8D-4C62B71D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重點回顧內容</a:t>
            </a: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D80D92F6-A161-065B-5D8E-B92F759AE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1531938"/>
            <a:ext cx="8302625" cy="4921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zh-TW" sz="3200" b="1" kern="100" dirty="0">
                <a:latin typeface="Times New Roman"/>
                <a:ea typeface="書法中楷（注音一）"/>
                <a:cs typeface="Times New Roman"/>
              </a:rPr>
              <a:t>報讀鐘面</a:t>
            </a:r>
            <a:r>
              <a:rPr lang="zh-TW" altLang="zh-TW" sz="3200" b="1" kern="100" dirty="0">
                <a:ea typeface="標楷體"/>
                <a:cs typeface="Times New Roman"/>
              </a:rPr>
              <a:t>「</a:t>
            </a:r>
            <a:r>
              <a:rPr lang="zh-TW" altLang="zh-TW" sz="3200" b="1" kern="100" dirty="0">
                <a:ea typeface="書法中楷（破音二）"/>
                <a:cs typeface="Times New Roman"/>
              </a:rPr>
              <a:t>幾</a:t>
            </a:r>
            <a:r>
              <a:rPr lang="zh-TW" altLang="en-US" sz="3200" b="1" kern="100" dirty="0">
                <a:latin typeface="Times New Roman"/>
                <a:ea typeface="書法中楷（注音一）"/>
                <a:cs typeface="Times New Roman"/>
              </a:rPr>
              <a:t>時</a:t>
            </a:r>
            <a:r>
              <a:rPr lang="zh-TW" altLang="zh-TW" sz="3200" b="1" kern="100" dirty="0">
                <a:ea typeface="書法中楷（破音二）"/>
                <a:cs typeface="Times New Roman"/>
              </a:rPr>
              <a:t>幾</a:t>
            </a:r>
            <a:r>
              <a:rPr lang="zh-TW" altLang="zh-TW" sz="3200" b="1" kern="100" dirty="0">
                <a:latin typeface="Times New Roman"/>
                <a:ea typeface="書法中楷（注音一）"/>
                <a:cs typeface="Times New Roman"/>
              </a:rPr>
              <a:t>分</a:t>
            </a:r>
            <a:r>
              <a:rPr lang="zh-TW" altLang="zh-TW" sz="3200" b="1" kern="100" dirty="0">
                <a:ea typeface="標楷體"/>
                <a:cs typeface="Times New Roman"/>
              </a:rPr>
              <a:t>」</a:t>
            </a:r>
            <a:endParaRPr lang="zh-TW" altLang="en-US" sz="3200" b="1" dirty="0">
              <a:solidFill>
                <a:srgbClr val="000000"/>
              </a:solidFill>
              <a:latin typeface="書法中楷（注音一）" pitchFamily="49" charset="-120"/>
              <a:ea typeface="書法中楷（注音一）" pitchFamily="49" charset="-120"/>
              <a:cs typeface="Times New Roman" pitchFamily="18" charset="0"/>
              <a:sym typeface="Arial" charset="0"/>
            </a:endParaRPr>
          </a:p>
          <a:p>
            <a:pPr marL="76200"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None/>
              <a:defRPr/>
            </a:pPr>
            <a:r>
              <a:rPr lang="en-US" altLang="zh-TW" kern="100" dirty="0">
                <a:latin typeface="Times New Roman"/>
                <a:ea typeface="書法中楷（注音一）"/>
              </a:rPr>
              <a:t>(1)</a:t>
            </a:r>
            <a:r>
              <a:rPr lang="zh-TW" altLang="zh-TW" kern="100" dirty="0">
                <a:latin typeface="Times New Roman"/>
                <a:ea typeface="書法中楷（注音一）"/>
              </a:rPr>
              <a:t>分針</a:t>
            </a:r>
            <a:r>
              <a:rPr lang="en-US" altLang="zh-TW" kern="100" dirty="0">
                <a:latin typeface="Times New Roman"/>
                <a:ea typeface="書法中楷（注音一）"/>
              </a:rPr>
              <a:t>(</a:t>
            </a:r>
            <a:r>
              <a:rPr lang="zh-TW" altLang="zh-TW" kern="100" dirty="0">
                <a:latin typeface="Times New Roman"/>
                <a:ea typeface="書法中楷（破音二）"/>
              </a:rPr>
              <a:t>長</a:t>
            </a:r>
            <a:r>
              <a:rPr lang="zh-TW" altLang="zh-TW" kern="100" dirty="0">
                <a:latin typeface="Times New Roman"/>
                <a:ea typeface="書法中楷（注音一）"/>
              </a:rPr>
              <a:t>針</a:t>
            </a:r>
            <a:r>
              <a:rPr lang="en-US" altLang="zh-TW" kern="100" dirty="0">
                <a:latin typeface="Times New Roman"/>
                <a:ea typeface="書法中楷（注音一）"/>
              </a:rPr>
              <a:t>)</a:t>
            </a:r>
            <a:r>
              <a:rPr lang="zh-TW" altLang="zh-TW" kern="100" dirty="0">
                <a:latin typeface="Times New Roman"/>
                <a:ea typeface="書法中楷（注音一）"/>
              </a:rPr>
              <a:t>走</a:t>
            </a:r>
            <a:r>
              <a:rPr lang="en-US" altLang="zh-TW" kern="100" dirty="0">
                <a:latin typeface="Times New Roman"/>
                <a:ea typeface="書法中楷（注音一）"/>
              </a:rPr>
              <a:t>1</a:t>
            </a:r>
            <a:r>
              <a:rPr lang="zh-TW" altLang="zh-TW" kern="100" dirty="0">
                <a:latin typeface="Times New Roman"/>
                <a:ea typeface="書法中楷（注音一）"/>
              </a:rPr>
              <a:t>小格是</a:t>
            </a:r>
            <a:r>
              <a:rPr lang="en-US" altLang="zh-TW" kern="100" dirty="0">
                <a:latin typeface="Times New Roman"/>
                <a:ea typeface="書法中楷（注音一）"/>
              </a:rPr>
              <a:t>1</a:t>
            </a:r>
            <a:r>
              <a:rPr lang="zh-TW" altLang="zh-TW" kern="100" dirty="0">
                <a:latin typeface="Times New Roman"/>
                <a:ea typeface="書法中楷（注音一）"/>
              </a:rPr>
              <a:t>分鐘</a:t>
            </a:r>
            <a:r>
              <a:rPr lang="zh-TW" altLang="zh-TW" kern="100" dirty="0">
                <a:latin typeface="Times New Roman"/>
                <a:ea typeface="標楷體"/>
              </a:rPr>
              <a:t>。</a:t>
            </a:r>
            <a:endParaRPr lang="zh-TW" altLang="zh-TW" kern="100" dirty="0">
              <a:latin typeface="Times New Roman"/>
              <a:ea typeface="新細明體"/>
            </a:endParaRPr>
          </a:p>
          <a:p>
            <a:pPr marL="76200"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None/>
              <a:defRPr/>
            </a:pPr>
            <a:r>
              <a:rPr lang="en-US" altLang="zh-TW" kern="100" dirty="0">
                <a:latin typeface="Times New Roman"/>
                <a:ea typeface="書法中楷（注音一）"/>
              </a:rPr>
              <a:t>(2)</a:t>
            </a:r>
            <a:r>
              <a:rPr lang="zh-TW" altLang="zh-TW" kern="100" dirty="0">
                <a:latin typeface="Times New Roman"/>
                <a:ea typeface="書法中楷（注音一）"/>
              </a:rPr>
              <a:t>時針</a:t>
            </a:r>
            <a:r>
              <a:rPr lang="en-US" altLang="zh-TW" kern="100" dirty="0">
                <a:latin typeface="Times New Roman"/>
                <a:ea typeface="書法中楷（注音一）"/>
              </a:rPr>
              <a:t>(</a:t>
            </a:r>
            <a:r>
              <a:rPr lang="zh-TW" altLang="zh-TW" kern="100" dirty="0">
                <a:latin typeface="Times New Roman"/>
                <a:ea typeface="書法中楷（注音一）"/>
              </a:rPr>
              <a:t>短針</a:t>
            </a:r>
            <a:r>
              <a:rPr lang="en-US" altLang="zh-TW" kern="100" dirty="0">
                <a:latin typeface="Times New Roman"/>
                <a:ea typeface="書法中楷（注音一）"/>
              </a:rPr>
              <a:t>)</a:t>
            </a:r>
            <a:r>
              <a:rPr lang="zh-TW" altLang="zh-TW" kern="100" dirty="0">
                <a:latin typeface="Times New Roman"/>
                <a:ea typeface="書法中楷（注音一）"/>
              </a:rPr>
              <a:t>走</a:t>
            </a:r>
            <a:r>
              <a:rPr lang="en-US" altLang="zh-TW" kern="100" dirty="0">
                <a:latin typeface="Times New Roman"/>
                <a:ea typeface="書法中楷（注音一）"/>
              </a:rPr>
              <a:t>1</a:t>
            </a:r>
            <a:r>
              <a:rPr lang="zh-TW" altLang="zh-TW" kern="100" dirty="0">
                <a:latin typeface="Times New Roman"/>
                <a:ea typeface="書法中楷（注音一）"/>
              </a:rPr>
              <a:t>大格是</a:t>
            </a:r>
            <a:r>
              <a:rPr lang="en-US" altLang="zh-TW" kern="100" dirty="0">
                <a:latin typeface="Times New Roman"/>
                <a:ea typeface="書法中楷（注音一）"/>
              </a:rPr>
              <a:t>1</a:t>
            </a:r>
            <a:r>
              <a:rPr lang="zh-TW" altLang="zh-TW" kern="100" dirty="0">
                <a:latin typeface="Times New Roman"/>
                <a:ea typeface="書法中楷（注音一）"/>
              </a:rPr>
              <a:t>小時</a:t>
            </a:r>
            <a:r>
              <a:rPr lang="zh-TW" altLang="zh-TW" kern="100" dirty="0">
                <a:latin typeface="Times New Roman"/>
                <a:ea typeface="標楷體"/>
              </a:rPr>
              <a:t>。</a:t>
            </a:r>
            <a:endParaRPr lang="zh-TW" altLang="zh-TW" kern="100" dirty="0">
              <a:latin typeface="Times New Roman"/>
              <a:ea typeface="新細明體"/>
            </a:endParaRPr>
          </a:p>
          <a:p>
            <a:pPr marL="76200" eaLnBrk="1" hangingPunct="1">
              <a:lnSpc>
                <a:spcPct val="10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zh-TW" altLang="en-US" kern="100" dirty="0">
                <a:latin typeface="Times New Roman"/>
                <a:ea typeface="書法中楷（注音一）"/>
              </a:rPr>
              <a:t>    </a:t>
            </a:r>
            <a:r>
              <a:rPr lang="zh-TW" altLang="zh-TW" kern="100" dirty="0">
                <a:latin typeface="Times New Roman"/>
                <a:ea typeface="書法中楷（注音一）"/>
              </a:rPr>
              <a:t>例</a:t>
            </a:r>
            <a:r>
              <a:rPr lang="zh-TW" altLang="zh-TW" kern="100" dirty="0">
                <a:latin typeface="Times New Roman"/>
                <a:ea typeface="標楷體"/>
              </a:rPr>
              <a:t>：</a:t>
            </a:r>
            <a:endParaRPr lang="zh-TW" altLang="zh-TW" kern="100" dirty="0">
              <a:latin typeface="Times New Roman"/>
              <a:ea typeface="新細明體"/>
            </a:endParaRPr>
          </a:p>
          <a:p>
            <a:pPr marL="76200" eaLnBrk="1" hangingPunct="1">
              <a:lnSpc>
                <a:spcPct val="100000"/>
              </a:lnSpc>
              <a:spcAft>
                <a:spcPts val="0"/>
              </a:spcAft>
              <a:buFont typeface="Arial" charset="0"/>
              <a:buNone/>
              <a:defRPr/>
            </a:pPr>
            <a:endParaRPr lang="zh-TW" altLang="zh-TW" kern="100" dirty="0">
              <a:latin typeface="Times New Roman"/>
              <a:ea typeface="新細明體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 altLang="zh-TW" dirty="0">
              <a:latin typeface="書法中楷（注音一）" pitchFamily="49" charset="-120"/>
              <a:ea typeface="書法中楷（注音一）" pitchFamily="49" charset="-120"/>
              <a:cs typeface="Times New Roman" pitchFamily="18" charset="0"/>
              <a:sym typeface="Arial" charset="0"/>
            </a:endParaRPr>
          </a:p>
        </p:txBody>
      </p:sp>
      <p:pic>
        <p:nvPicPr>
          <p:cNvPr id="10245" name="Picture 5" descr="題號-1">
            <a:extLst>
              <a:ext uri="{FF2B5EF4-FFF2-40B4-BE49-F238E27FC236}">
                <a16:creationId xmlns:a16="http://schemas.microsoft.com/office/drawing/2014/main" id="{C32BFE02-0812-F496-2684-5F130C6ED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70656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群組 27">
            <a:extLst>
              <a:ext uri="{FF2B5EF4-FFF2-40B4-BE49-F238E27FC236}">
                <a16:creationId xmlns:a16="http://schemas.microsoft.com/office/drawing/2014/main" id="{F99F43F5-8EC4-D4CA-2D98-E54DC063857A}"/>
              </a:ext>
            </a:extLst>
          </p:cNvPr>
          <p:cNvGrpSpPr>
            <a:grpSpLocks/>
          </p:cNvGrpSpPr>
          <p:nvPr/>
        </p:nvGrpSpPr>
        <p:grpSpPr bwMode="auto">
          <a:xfrm>
            <a:off x="1165225" y="3819525"/>
            <a:ext cx="7442200" cy="2495550"/>
            <a:chOff x="1144112" y="3781502"/>
            <a:chExt cx="7443141" cy="249449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4EED431-1F11-319F-E6B6-0ED34CE5148F}"/>
                </a:ext>
              </a:extLst>
            </p:cNvPr>
            <p:cNvSpPr/>
            <p:nvPr/>
          </p:nvSpPr>
          <p:spPr>
            <a:xfrm>
              <a:off x="1144112" y="5630156"/>
              <a:ext cx="3570739" cy="6458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  </a:t>
              </a:r>
              <a:r>
                <a:rPr lang="en-US" altLang="zh-TW" sz="3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9 </a:t>
              </a:r>
              <a:r>
                <a:rPr lang="zh-TW" altLang="en-US" sz="3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)</a:t>
              </a:r>
              <a:r>
                <a:rPr lang="zh-TW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  </a:t>
              </a:r>
              <a:r>
                <a:rPr lang="en-US" altLang="zh-TW" sz="3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5</a:t>
              </a:r>
              <a:r>
                <a:rPr lang="zh-TW" altLang="en-US" sz="3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  </a:t>
              </a:r>
              <a:r>
                <a:rPr lang="en-US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)</a:t>
              </a:r>
              <a:r>
                <a:rPr lang="zh-TW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分</a:t>
              </a:r>
              <a:endParaRPr lang="zh-TW" altLang="en-US" sz="36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802A005-B6F5-3DBF-F08E-91B330E64F8C}"/>
                </a:ext>
              </a:extLst>
            </p:cNvPr>
            <p:cNvSpPr/>
            <p:nvPr/>
          </p:nvSpPr>
          <p:spPr>
            <a:xfrm>
              <a:off x="5132416" y="5630156"/>
              <a:ext cx="3454837" cy="6458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3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4</a:t>
              </a:r>
              <a:r>
                <a:rPr lang="zh-TW" altLang="en-US" sz="3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)</a:t>
              </a:r>
              <a:r>
                <a:rPr lang="zh-TW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3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55</a:t>
              </a:r>
              <a:r>
                <a:rPr lang="zh-TW" altLang="en-US" sz="3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)</a:t>
              </a:r>
              <a:r>
                <a:rPr lang="zh-TW" altLang="zh-TW" sz="3600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分</a:t>
              </a:r>
              <a:endParaRPr lang="zh-TW" altLang="en-US" sz="36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  <p:pic>
          <p:nvPicPr>
            <p:cNvPr id="10249" name="圖片 1">
              <a:extLst>
                <a:ext uri="{FF2B5EF4-FFF2-40B4-BE49-F238E27FC236}">
                  <a16:creationId xmlns:a16="http://schemas.microsoft.com/office/drawing/2014/main" id="{A9DE1195-1A06-554D-A253-C9998D63DF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2651" y="3826172"/>
              <a:ext cx="1891667" cy="1736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0" name="圖片 1">
              <a:extLst>
                <a:ext uri="{FF2B5EF4-FFF2-40B4-BE49-F238E27FC236}">
                  <a16:creationId xmlns:a16="http://schemas.microsoft.com/office/drawing/2014/main" id="{2B61DCD8-06BD-465D-DB2A-049FCB2E50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7226" y="3781502"/>
              <a:ext cx="1891666" cy="1798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>
            <a:extLst>
              <a:ext uri="{FF2B5EF4-FFF2-40B4-BE49-F238E27FC236}">
                <a16:creationId xmlns:a16="http://schemas.microsoft.com/office/drawing/2014/main" id="{FBBFA38C-82BC-3947-3698-1FD44E91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r>
              <a:rPr lang="zh-TW" altLang="en-US"/>
              <a:t>重點回顧內容</a:t>
            </a:r>
          </a:p>
        </p:txBody>
      </p:sp>
      <p:pic>
        <p:nvPicPr>
          <p:cNvPr id="11267" name="Picture 2" descr="題號-2">
            <a:extLst>
              <a:ext uri="{FF2B5EF4-FFF2-40B4-BE49-F238E27FC236}">
                <a16:creationId xmlns:a16="http://schemas.microsoft.com/office/drawing/2014/main" id="{EE25F078-9365-2485-22CD-7A35E51DA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8" y="1666875"/>
            <a:ext cx="4318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68F1CCD-1E1F-65D7-99A7-BDD96643D2AC}"/>
              </a:ext>
            </a:extLst>
          </p:cNvPr>
          <p:cNvSpPr/>
          <p:nvPr/>
        </p:nvSpPr>
        <p:spPr>
          <a:xfrm>
            <a:off x="538163" y="2079625"/>
            <a:ext cx="8202612" cy="1938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 eaLnBrk="1" hangingPunct="1">
              <a:spcAft>
                <a:spcPts val="0"/>
              </a:spcAft>
              <a:buFontTx/>
              <a:buAutoNum type="arabicParenBoth"/>
              <a:defRPr/>
            </a:pPr>
            <a:r>
              <a:rPr lang="zh-TW" altLang="zh-TW" sz="2800" kern="100" dirty="0">
                <a:latin typeface="Times New Roman"/>
                <a:ea typeface="書法中楷（注音一）"/>
              </a:rPr>
              <a:t>會是</a:t>
            </a:r>
            <a:r>
              <a:rPr lang="zh-TW" altLang="zh-TW" sz="2800" kern="100" dirty="0">
                <a:latin typeface="Times New Roman"/>
                <a:ea typeface="書法中楷（破音二）"/>
              </a:rPr>
              <a:t>幾</a:t>
            </a:r>
            <a:r>
              <a:rPr lang="zh-TW" altLang="zh-TW" sz="2800" kern="100" dirty="0">
                <a:latin typeface="Times New Roman"/>
                <a:ea typeface="書法中楷（注音一）"/>
              </a:rPr>
              <a:t>時</a:t>
            </a:r>
            <a:r>
              <a:rPr lang="zh-TW" altLang="zh-TW" sz="2800" kern="100" dirty="0">
                <a:latin typeface="Times New Roman"/>
                <a:ea typeface="書法中楷（破音二）"/>
              </a:rPr>
              <a:t>幾</a:t>
            </a:r>
            <a:r>
              <a:rPr lang="zh-TW" altLang="zh-TW" sz="2800" kern="100" dirty="0">
                <a:latin typeface="Times New Roman"/>
                <a:ea typeface="書法中楷（注音一）"/>
              </a:rPr>
              <a:t>分</a:t>
            </a:r>
            <a:endParaRPr lang="en-US" altLang="zh-TW" sz="2800" kern="100" dirty="0">
              <a:latin typeface="Times New Roman"/>
              <a:ea typeface="書法中楷（注音一）"/>
            </a:endParaRPr>
          </a:p>
          <a:p>
            <a:pPr marL="514350" indent="-514350" eaLnBrk="1" hangingPunct="1">
              <a:spcAft>
                <a:spcPts val="0"/>
              </a:spcAft>
              <a:buFontTx/>
              <a:buAutoNum type="arabicParenBoth"/>
              <a:defRPr/>
            </a:pPr>
            <a:endParaRPr lang="zh-TW" altLang="zh-TW" sz="300" kern="100" dirty="0">
              <a:latin typeface="Times New Roman"/>
              <a:ea typeface="新細明體"/>
            </a:endParaRPr>
          </a:p>
          <a:p>
            <a:pPr marL="3233738" indent="-2733675" eaLnBrk="1" hangingPunct="1">
              <a:spcAft>
                <a:spcPts val="300"/>
              </a:spcAft>
              <a:defRPr/>
            </a:pPr>
            <a:r>
              <a:rPr lang="zh-TW" altLang="zh-TW" sz="2800" kern="100" dirty="0">
                <a:latin typeface="Times New Roman"/>
                <a:ea typeface="書法中楷（注音一）"/>
              </a:rPr>
              <a:t>例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1</a:t>
            </a:r>
            <a:r>
              <a:rPr lang="zh-TW" altLang="zh-TW" sz="2800" kern="100" dirty="0">
                <a:latin typeface="Times New Roman"/>
                <a:ea typeface="標楷體"/>
              </a:rPr>
              <a:t>：</a:t>
            </a:r>
            <a:r>
              <a:rPr lang="en-US" altLang="zh-TW" sz="2800" kern="100" dirty="0">
                <a:latin typeface="Times New Roman"/>
                <a:ea typeface="標楷體"/>
              </a:rPr>
              <a:t>                     </a:t>
            </a:r>
            <a:endParaRPr lang="en-US" altLang="zh-TW" sz="2800" kern="100" dirty="0">
              <a:solidFill>
                <a:srgbClr val="000000"/>
              </a:solidFill>
              <a:latin typeface="Arial" charset="0"/>
              <a:ea typeface="標楷體"/>
              <a:cs typeface="Times New Roman"/>
            </a:endParaRPr>
          </a:p>
          <a:p>
            <a:pPr marL="3233738" indent="-3057525" eaLnBrk="1" hangingPunct="1">
              <a:spcAft>
                <a:spcPts val="300"/>
              </a:spcAft>
              <a:defRPr/>
            </a:pPr>
            <a:endParaRPr lang="en-US" altLang="zh-TW" sz="2800" kern="100" dirty="0">
              <a:solidFill>
                <a:srgbClr val="000000"/>
              </a:solidFill>
              <a:latin typeface="Arial" charset="0"/>
              <a:ea typeface="標楷體"/>
              <a:cs typeface="Times New Roman"/>
            </a:endParaRPr>
          </a:p>
          <a:p>
            <a:pPr marL="3233738" indent="-3057525" eaLnBrk="1" hangingPunct="1">
              <a:spcAft>
                <a:spcPts val="300"/>
              </a:spcAft>
              <a:defRPr/>
            </a:pPr>
            <a:endParaRPr lang="en-US" altLang="zh-TW" sz="2800" kern="100" dirty="0">
              <a:solidFill>
                <a:srgbClr val="000000"/>
              </a:solidFill>
              <a:latin typeface="Arial" charset="0"/>
              <a:ea typeface="標楷體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0E9D99-99B9-757D-761E-16FA3710B8F6}"/>
              </a:ext>
            </a:extLst>
          </p:cNvPr>
          <p:cNvSpPr/>
          <p:nvPr/>
        </p:nvSpPr>
        <p:spPr>
          <a:xfrm>
            <a:off x="2124075" y="2420938"/>
            <a:ext cx="5543550" cy="20320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TW" altLang="zh-TW" sz="2800" kern="100" dirty="0">
                <a:solidFill>
                  <a:prstClr val="black"/>
                </a:solidFill>
                <a:latin typeface="Times New Roman"/>
                <a:ea typeface="書法中楷（注音一）"/>
              </a:rPr>
              <a:t>現在是</a:t>
            </a:r>
            <a:r>
              <a:rPr lang="zh-TW" altLang="en-US" sz="2800" kern="100" dirty="0">
                <a:solidFill>
                  <a:prstClr val="black"/>
                </a:solidFill>
                <a:latin typeface="Times New Roman"/>
                <a:ea typeface="書法中楷（注音一）"/>
              </a:rPr>
              <a:t> </a:t>
            </a:r>
            <a:r>
              <a:rPr lang="en-US" altLang="zh-TW" sz="2800" kern="100" dirty="0">
                <a:solidFill>
                  <a:prstClr val="black"/>
                </a:solidFill>
                <a:latin typeface="Times New Roman"/>
                <a:ea typeface="書法中楷（注音一）"/>
              </a:rPr>
              <a:t>3</a:t>
            </a:r>
            <a:r>
              <a:rPr lang="zh-TW" altLang="en-US" sz="2800" kern="100" dirty="0">
                <a:solidFill>
                  <a:prstClr val="black"/>
                </a:solidFill>
                <a:latin typeface="Times New Roman"/>
                <a:ea typeface="書法中楷（注音一）"/>
              </a:rPr>
              <a:t> </a:t>
            </a:r>
            <a:r>
              <a:rPr lang="zh-TW" altLang="zh-TW" sz="2800" kern="100" dirty="0">
                <a:solidFill>
                  <a:prstClr val="black"/>
                </a:solidFill>
                <a:latin typeface="Times New Roman"/>
                <a:ea typeface="書法中楷（注音一）"/>
              </a:rPr>
              <a:t>時</a:t>
            </a:r>
            <a:r>
              <a:rPr lang="zh-TW" altLang="zh-TW" sz="2800" kern="100" dirty="0">
                <a:solidFill>
                  <a:prstClr val="black"/>
                </a:solidFill>
                <a:latin typeface="Times New Roman"/>
                <a:ea typeface="標楷體"/>
              </a:rPr>
              <a:t>，</a:t>
            </a:r>
            <a:br>
              <a:rPr lang="en-US" altLang="zh-TW" sz="2800" kern="100" dirty="0">
                <a:solidFill>
                  <a:prstClr val="black"/>
                </a:solidFill>
                <a:latin typeface="Times New Roman"/>
                <a:ea typeface="標楷體"/>
              </a:rPr>
            </a:br>
            <a:r>
              <a:rPr lang="en-US" altLang="zh-TW" sz="2800" kern="100" dirty="0">
                <a:solidFill>
                  <a:prstClr val="black"/>
                </a:solidFill>
                <a:latin typeface="Times New Roman"/>
                <a:ea typeface="標楷體"/>
              </a:rPr>
              <a:t>                       </a:t>
            </a:r>
            <a:r>
              <a:rPr lang="zh-TW" altLang="zh-TW" sz="2800" kern="100" dirty="0">
                <a:solidFill>
                  <a:prstClr val="black"/>
                </a:solidFill>
                <a:latin typeface="Times New Roman"/>
                <a:ea typeface="書法中楷（注音一）"/>
                <a:cs typeface="Times New Roman"/>
              </a:rPr>
              <a:t>經過</a:t>
            </a:r>
            <a:r>
              <a:rPr lang="zh-TW" altLang="en-US" sz="2800" kern="100" dirty="0">
                <a:solidFill>
                  <a:prstClr val="black"/>
                </a:solidFill>
                <a:latin typeface="Times New Roman"/>
                <a:ea typeface="書法中楷（注音一）"/>
                <a:cs typeface="Times New Roman"/>
              </a:rPr>
              <a:t> </a:t>
            </a:r>
            <a:r>
              <a:rPr lang="en-US" altLang="zh-TW" sz="2800" kern="100" dirty="0">
                <a:solidFill>
                  <a:prstClr val="black"/>
                </a:solidFill>
                <a:latin typeface="Times New Roman"/>
                <a:ea typeface="書法中楷（注音一）"/>
                <a:cs typeface="Times New Roman"/>
              </a:rPr>
              <a:t>1</a:t>
            </a:r>
            <a:r>
              <a:rPr lang="zh-TW" altLang="en-US" sz="2800" kern="100" dirty="0">
                <a:solidFill>
                  <a:prstClr val="black"/>
                </a:solidFill>
                <a:latin typeface="Times New Roman"/>
                <a:ea typeface="書法中楷（注音一）"/>
                <a:cs typeface="Times New Roman"/>
              </a:rPr>
              <a:t> 小時</a:t>
            </a:r>
            <a:r>
              <a:rPr lang="zh-TW" altLang="zh-TW" sz="2800" kern="100" dirty="0">
                <a:solidFill>
                  <a:prstClr val="black"/>
                </a:solidFill>
                <a:latin typeface="Times New Roman"/>
                <a:ea typeface="書法中楷（注音一）"/>
                <a:cs typeface="Times New Roman"/>
              </a:rPr>
              <a:t>後</a:t>
            </a:r>
            <a:r>
              <a:rPr lang="zh-TW" altLang="zh-TW" sz="2800" kern="100" dirty="0">
                <a:solidFill>
                  <a:prstClr val="black"/>
                </a:solidFill>
                <a:latin typeface="Arial" charset="0"/>
                <a:ea typeface="標楷體"/>
                <a:cs typeface="Times New Roman"/>
              </a:rPr>
              <a:t>，</a:t>
            </a:r>
            <a:br>
              <a:rPr lang="en-US" altLang="zh-TW" sz="2800" kern="100" dirty="0">
                <a:solidFill>
                  <a:prstClr val="black"/>
                </a:solidFill>
                <a:latin typeface="Arial" charset="0"/>
                <a:ea typeface="標楷體"/>
                <a:cs typeface="Times New Roman"/>
              </a:rPr>
            </a:br>
            <a:r>
              <a:rPr lang="en-US" altLang="zh-TW" sz="2800" kern="100" dirty="0">
                <a:solidFill>
                  <a:prstClr val="black"/>
                </a:solidFill>
                <a:latin typeface="Arial" charset="0"/>
                <a:ea typeface="標楷體"/>
                <a:cs typeface="Times New Roman"/>
              </a:rPr>
              <a:t>                     </a:t>
            </a:r>
            <a:r>
              <a:rPr lang="zh-TW" altLang="zh-TW" sz="2800" kern="100" dirty="0">
                <a:solidFill>
                  <a:prstClr val="black"/>
                </a:solidFill>
                <a:latin typeface="Times New Roman"/>
                <a:ea typeface="書法中楷（注音一）"/>
                <a:cs typeface="Times New Roman"/>
              </a:rPr>
              <a:t>是</a:t>
            </a:r>
            <a:r>
              <a:rPr lang="en-US" altLang="zh-TW" sz="2800" kern="100" dirty="0">
                <a:solidFill>
                  <a:prstClr val="black"/>
                </a:solidFill>
                <a:latin typeface="Times New Roman"/>
                <a:ea typeface="書法中楷（注音一）"/>
              </a:rPr>
              <a:t>( </a:t>
            </a:r>
            <a:r>
              <a:rPr lang="zh-TW" altLang="en-US" sz="2800" kern="1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/>
                <a:ea typeface="書法中楷（注音一）"/>
              </a:rPr>
              <a:t> </a:t>
            </a:r>
            <a:r>
              <a:rPr lang="en-US" altLang="zh-TW" sz="2800" kern="1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/>
                <a:ea typeface="書法中楷（注音一）"/>
              </a:rPr>
              <a:t>4</a:t>
            </a:r>
            <a:r>
              <a:rPr lang="zh-TW" altLang="en-US" sz="2800" kern="1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/>
                <a:ea typeface="書法中楷（注音一）"/>
              </a:rPr>
              <a:t> </a:t>
            </a:r>
            <a:r>
              <a:rPr lang="en-US" altLang="zh-TW" sz="2800" kern="100" dirty="0">
                <a:solidFill>
                  <a:srgbClr val="0D0D0D"/>
                </a:solidFill>
                <a:latin typeface="Times New Roman"/>
                <a:ea typeface="書法中楷（注音一）"/>
              </a:rPr>
              <a:t> </a:t>
            </a:r>
            <a:r>
              <a:rPr lang="en-US" altLang="zh-TW" sz="2800" kern="100" dirty="0">
                <a:solidFill>
                  <a:srgbClr val="000000"/>
                </a:solidFill>
                <a:latin typeface="Times New Roman"/>
                <a:ea typeface="書法中楷（注音一）"/>
              </a:rPr>
              <a:t>)</a:t>
            </a:r>
            <a:r>
              <a:rPr lang="zh-TW" altLang="zh-TW" sz="2800" kern="100" dirty="0">
                <a:solidFill>
                  <a:srgbClr val="000000"/>
                </a:solidFill>
                <a:latin typeface="Times New Roman"/>
                <a:ea typeface="書法中楷（注音一）"/>
                <a:cs typeface="Times New Roman"/>
              </a:rPr>
              <a:t>時</a:t>
            </a:r>
            <a:r>
              <a:rPr lang="en-US" altLang="zh-TW" sz="2800" kern="100" dirty="0">
                <a:solidFill>
                  <a:srgbClr val="000000"/>
                </a:solidFill>
                <a:latin typeface="Times New Roman"/>
                <a:ea typeface="書法中楷（注音一）"/>
              </a:rPr>
              <a:t>( </a:t>
            </a:r>
            <a:r>
              <a:rPr lang="zh-TW" altLang="en-US" sz="2800" kern="1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/>
                <a:ea typeface="書法中楷（注音一）"/>
              </a:rPr>
              <a:t> </a:t>
            </a:r>
            <a:r>
              <a:rPr lang="en-US" altLang="zh-TW" sz="2800" kern="1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/>
                <a:ea typeface="書法中楷（注音一）"/>
              </a:rPr>
              <a:t>0</a:t>
            </a:r>
            <a:r>
              <a:rPr lang="zh-TW" altLang="en-US" sz="2800" kern="1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/>
                <a:ea typeface="書法中楷（注音一）"/>
              </a:rPr>
              <a:t> </a:t>
            </a:r>
            <a:r>
              <a:rPr lang="en-US" altLang="zh-TW" sz="2800" kern="100" dirty="0">
                <a:solidFill>
                  <a:srgbClr val="0D0D0D"/>
                </a:solidFill>
                <a:latin typeface="Times New Roman"/>
                <a:ea typeface="書法中楷（注音一）"/>
              </a:rPr>
              <a:t> </a:t>
            </a:r>
            <a:r>
              <a:rPr lang="en-US" altLang="zh-TW" sz="2800" kern="100" dirty="0">
                <a:solidFill>
                  <a:srgbClr val="000000"/>
                </a:solidFill>
                <a:latin typeface="Times New Roman"/>
                <a:ea typeface="書法中楷（注音一）"/>
              </a:rPr>
              <a:t>)</a:t>
            </a:r>
            <a:r>
              <a:rPr lang="zh-TW" altLang="zh-TW" sz="2800" kern="100" dirty="0">
                <a:solidFill>
                  <a:srgbClr val="000000"/>
                </a:solidFill>
                <a:latin typeface="Times New Roman"/>
                <a:ea typeface="書法中楷（注音一）"/>
                <a:cs typeface="Times New Roman"/>
              </a:rPr>
              <a:t>分</a:t>
            </a:r>
            <a:r>
              <a:rPr lang="zh-TW" altLang="zh-TW" sz="2800" kern="100" dirty="0">
                <a:solidFill>
                  <a:srgbClr val="000000"/>
                </a:solidFill>
                <a:latin typeface="Arial" charset="0"/>
                <a:ea typeface="標楷體"/>
                <a:cs typeface="Times New Roman"/>
              </a:rPr>
              <a:t>。</a:t>
            </a:r>
            <a:endParaRPr lang="zh-TW" altLang="en-US" dirty="0">
              <a:latin typeface="Arial" charset="0"/>
              <a:ea typeface="新細明體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3E8944-63D3-291E-DAEA-9D67C17CED63}"/>
              </a:ext>
            </a:extLst>
          </p:cNvPr>
          <p:cNvSpPr/>
          <p:nvPr/>
        </p:nvSpPr>
        <p:spPr>
          <a:xfrm>
            <a:off x="538163" y="1768475"/>
            <a:ext cx="3956050" cy="365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9875" indent="-269875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zh-TW" altLang="zh-TW" sz="2800" b="1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經過的時間問題</a:t>
            </a:r>
            <a:endParaRPr lang="zh-TW" altLang="zh-TW" sz="2400" kern="100" dirty="0">
              <a:latin typeface="Times New Roman" panose="02020603050405020304" pitchFamily="18" charset="0"/>
            </a:endParaRPr>
          </a:p>
        </p:txBody>
      </p:sp>
      <p:sp>
        <p:nvSpPr>
          <p:cNvPr id="11271" name="Rectangle 14">
            <a:extLst>
              <a:ext uri="{FF2B5EF4-FFF2-40B4-BE49-F238E27FC236}">
                <a16:creationId xmlns:a16="http://schemas.microsoft.com/office/drawing/2014/main" id="{7FA128F8-1236-DD62-9F6C-0244091CB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48355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 sz="1800">
              <a:latin typeface="Arial" panose="020B0604020202020204" pitchFamily="34" charset="0"/>
            </a:endParaRPr>
          </a:p>
        </p:txBody>
      </p:sp>
      <p:pic>
        <p:nvPicPr>
          <p:cNvPr id="11272" name="Picture 13" descr="0400">
            <a:extLst>
              <a:ext uri="{FF2B5EF4-FFF2-40B4-BE49-F238E27FC236}">
                <a16:creationId xmlns:a16="http://schemas.microsoft.com/office/drawing/2014/main" id="{1D6C5A14-767D-4981-069A-1E46EA79B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950" y="5157788"/>
            <a:ext cx="1490663" cy="149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070D84B-7314-BD11-4001-F78E7226868A}"/>
              </a:ext>
            </a:extLst>
          </p:cNvPr>
          <p:cNvSpPr/>
          <p:nvPr/>
        </p:nvSpPr>
        <p:spPr>
          <a:xfrm>
            <a:off x="882650" y="4437063"/>
            <a:ext cx="7073900" cy="2108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584200" indent="-408940">
              <a:lnSpc>
                <a:spcPct val="150000"/>
              </a:lnSpc>
              <a:spcAft>
                <a:spcPts val="300"/>
              </a:spcAft>
              <a:defRPr/>
            </a:pPr>
            <a:r>
              <a:rPr lang="zh-TW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例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</a:t>
            </a:r>
            <a:r>
              <a:rPr lang="zh-TW" altLang="zh-TW" sz="2800" kern="1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現在是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4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時</a:t>
            </a:r>
            <a:r>
              <a:rPr lang="zh-TW" altLang="zh-TW" sz="2800" kern="1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endParaRPr lang="zh-TW" altLang="zh-TW" sz="2800" kern="100" dirty="0">
              <a:latin typeface="Times New Roman" panose="02020603050405020304" pitchFamily="18" charset="0"/>
            </a:endParaRPr>
          </a:p>
          <a:p>
            <a:pPr marL="1313815" indent="-1905" algn="just">
              <a:lnSpc>
                <a:spcPct val="150000"/>
              </a:lnSpc>
              <a:spcAft>
                <a:spcPts val="300"/>
              </a:spcAft>
              <a:defRPr/>
            </a:pPr>
            <a:r>
              <a:rPr lang="zh-TW" altLang="en-US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                      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個小時前</a:t>
            </a:r>
            <a:r>
              <a:rPr lang="zh-TW" altLang="zh-TW" sz="2800" kern="1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endParaRPr lang="zh-TW" altLang="zh-TW" sz="2800" kern="1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                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(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 </a:t>
            </a:r>
            <a:r>
              <a:rPr lang="en-US" altLang="zh-TW" sz="2800" kern="1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/>
                <a:ea typeface="書法中楷（注音一）"/>
              </a:rPr>
              <a:t>3</a:t>
            </a:r>
            <a:r>
              <a:rPr lang="zh-TW" altLang="en-US" sz="2800" kern="1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/>
                <a:ea typeface="書法中楷（注音一）"/>
              </a:rPr>
              <a:t>  </a:t>
            </a:r>
            <a:r>
              <a:rPr lang="en-US" altLang="zh-TW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)</a:t>
            </a:r>
            <a:r>
              <a:rPr lang="zh-TW" altLang="zh-TW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(</a:t>
            </a:r>
            <a:r>
              <a:rPr lang="zh-TW" altLang="en-US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 </a:t>
            </a:r>
            <a:r>
              <a:rPr lang="en-US" altLang="zh-TW" sz="2800" kern="1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/>
                <a:ea typeface="書法中楷（注音一）"/>
              </a:rPr>
              <a:t>0</a:t>
            </a:r>
            <a:r>
              <a:rPr lang="zh-TW" altLang="en-US" sz="2800" kern="1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/>
                <a:ea typeface="書法中楷（注音一）"/>
              </a:rPr>
              <a:t>  </a:t>
            </a:r>
            <a:r>
              <a:rPr lang="en-US" altLang="zh-TW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)</a:t>
            </a:r>
            <a:r>
              <a:rPr lang="zh-TW" altLang="zh-TW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zh-TW" sz="2800" kern="100" dirty="0">
                <a:solidFill>
                  <a:srgbClr val="000000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800" dirty="0"/>
          </a:p>
        </p:txBody>
      </p:sp>
      <p:pic>
        <p:nvPicPr>
          <p:cNvPr id="11274" name="Picture 16" descr="0300">
            <a:extLst>
              <a:ext uri="{FF2B5EF4-FFF2-40B4-BE49-F238E27FC236}">
                <a16:creationId xmlns:a16="http://schemas.microsoft.com/office/drawing/2014/main" id="{115EF87A-31DC-0C85-DE6A-5BC315DFE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3141663"/>
            <a:ext cx="1489075" cy="149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>
            <a:extLst>
              <a:ext uri="{FF2B5EF4-FFF2-40B4-BE49-F238E27FC236}">
                <a16:creationId xmlns:a16="http://schemas.microsoft.com/office/drawing/2014/main" id="{DDB5841A-7C12-9979-EF7F-6041A5FE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r>
              <a:rPr lang="zh-TW" altLang="en-US"/>
              <a:t>重點回顧內容</a:t>
            </a:r>
          </a:p>
        </p:txBody>
      </p:sp>
      <p:pic>
        <p:nvPicPr>
          <p:cNvPr id="12291" name="Picture 2" descr="題號-2">
            <a:extLst>
              <a:ext uri="{FF2B5EF4-FFF2-40B4-BE49-F238E27FC236}">
                <a16:creationId xmlns:a16="http://schemas.microsoft.com/office/drawing/2014/main" id="{5D63ECD1-4AF9-2B74-8AC4-37DC42533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1666875"/>
            <a:ext cx="4318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2C39A745-0A2B-36F0-A409-7D2CD8A0D34B}"/>
              </a:ext>
            </a:extLst>
          </p:cNvPr>
          <p:cNvSpPr/>
          <p:nvPr/>
        </p:nvSpPr>
        <p:spPr bwMode="auto">
          <a:xfrm>
            <a:off x="747713" y="2133600"/>
            <a:ext cx="8202612" cy="5222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233738" indent="-3233738" eaLnBrk="1" hangingPunct="1">
              <a:spcAft>
                <a:spcPts val="300"/>
              </a:spcAft>
              <a:defRPr/>
            </a:pPr>
            <a:r>
              <a:rPr lang="en-US" altLang="zh-TW" sz="2800" kern="100" dirty="0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(2) </a:t>
            </a:r>
            <a:r>
              <a:rPr lang="zh-TW" altLang="zh-TW" sz="2800" kern="100" dirty="0">
                <a:latin typeface="Arial" charset="0"/>
                <a:ea typeface="書法中楷（破音二）"/>
                <a:cs typeface="Times New Roman"/>
              </a:rPr>
              <a:t>一</a:t>
            </a:r>
            <a:r>
              <a:rPr lang="zh-TW" altLang="zh-TW" sz="2800" kern="100" dirty="0">
                <a:latin typeface="Times New Roman"/>
                <a:ea typeface="書法中楷（注音一）"/>
                <a:cs typeface="Times New Roman"/>
              </a:rPr>
              <a:t>共經過</a:t>
            </a:r>
            <a:r>
              <a:rPr lang="zh-TW" altLang="en-US" sz="2800" kern="100" dirty="0">
                <a:latin typeface="Times New Roman"/>
                <a:ea typeface="書法中楷（注音一）"/>
                <a:cs typeface="Times New Roman"/>
              </a:rPr>
              <a:t>多久</a:t>
            </a:r>
            <a:endParaRPr lang="en-US" altLang="zh-TW" sz="2800" kern="100" dirty="0">
              <a:latin typeface="Times New Roman"/>
              <a:ea typeface="書法中楷（注音一）"/>
              <a:cs typeface="Times New Rom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3D4AB5-B139-4F8E-559F-87B3F7315F6F}"/>
              </a:ext>
            </a:extLst>
          </p:cNvPr>
          <p:cNvSpPr/>
          <p:nvPr/>
        </p:nvSpPr>
        <p:spPr>
          <a:xfrm>
            <a:off x="747713" y="1768475"/>
            <a:ext cx="3954462" cy="365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9875" indent="-269875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zh-TW" altLang="zh-TW" sz="2800" b="1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經過的時間問題</a:t>
            </a:r>
            <a:endParaRPr lang="zh-TW" altLang="zh-TW" sz="2400" kern="100" dirty="0">
              <a:latin typeface="Times New Roman" panose="02020603050405020304" pitchFamily="18" charset="0"/>
            </a:endParaRPr>
          </a:p>
        </p:txBody>
      </p:sp>
      <p:grpSp>
        <p:nvGrpSpPr>
          <p:cNvPr id="12294" name="群組 1">
            <a:extLst>
              <a:ext uri="{FF2B5EF4-FFF2-40B4-BE49-F238E27FC236}">
                <a16:creationId xmlns:a16="http://schemas.microsoft.com/office/drawing/2014/main" id="{8AA6AB9D-58FB-24B0-6231-B9682B1FEA63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3219450"/>
            <a:ext cx="3384550" cy="1295400"/>
            <a:chOff x="1248614" y="3371461"/>
            <a:chExt cx="3384550" cy="1295400"/>
          </a:xfrm>
        </p:grpSpPr>
        <p:pic>
          <p:nvPicPr>
            <p:cNvPr id="12305" name="Picture 18" descr="T:\題庫\112(一)國小\05圖庫素材\2年級\數學\鐘面圖素材\10點00分-10點59分\1000.jpg">
              <a:extLst>
                <a:ext uri="{FF2B5EF4-FFF2-40B4-BE49-F238E27FC236}">
                  <a16:creationId xmlns:a16="http://schemas.microsoft.com/office/drawing/2014/main" id="{B2C8CE54-5584-5B69-3D89-4F8AEF1939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7764" y="3371461"/>
              <a:ext cx="1295400" cy="129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6" name="Picture 3" descr="0900">
              <a:extLst>
                <a:ext uri="{FF2B5EF4-FFF2-40B4-BE49-F238E27FC236}">
                  <a16:creationId xmlns:a16="http://schemas.microsoft.com/office/drawing/2014/main" id="{E680AB48-97E0-EEA8-7B5D-E78E2552E3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614" y="3371461"/>
              <a:ext cx="1294462" cy="1287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07" name="AutoShape 4">
              <a:extLst>
                <a:ext uri="{FF2B5EF4-FFF2-40B4-BE49-F238E27FC236}">
                  <a16:creationId xmlns:a16="http://schemas.microsoft.com/office/drawing/2014/main" id="{231ECB95-1319-AA90-67BD-EA423F0BA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584" y="3930042"/>
              <a:ext cx="428063" cy="162352"/>
            </a:xfrm>
            <a:prstGeom prst="rightArrow">
              <a:avLst>
                <a:gd name="adj1" fmla="val 50000"/>
                <a:gd name="adj2" fmla="val 65562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2295" name="Group 5">
            <a:extLst>
              <a:ext uri="{FF2B5EF4-FFF2-40B4-BE49-F238E27FC236}">
                <a16:creationId xmlns:a16="http://schemas.microsoft.com/office/drawing/2014/main" id="{A04C45CB-036A-ED51-A2BB-8352BFE17D51}"/>
              </a:ext>
            </a:extLst>
          </p:cNvPr>
          <p:cNvGrpSpPr>
            <a:grpSpLocks/>
          </p:cNvGrpSpPr>
          <p:nvPr/>
        </p:nvGrpSpPr>
        <p:grpSpPr bwMode="auto">
          <a:xfrm>
            <a:off x="2206625" y="5083175"/>
            <a:ext cx="3397250" cy="1287463"/>
            <a:chOff x="7286" y="7582"/>
            <a:chExt cx="2973" cy="1134"/>
          </a:xfrm>
        </p:grpSpPr>
        <p:pic>
          <p:nvPicPr>
            <p:cNvPr id="12302" name="Picture 6" descr="1100">
              <a:extLst>
                <a:ext uri="{FF2B5EF4-FFF2-40B4-BE49-F238E27FC236}">
                  <a16:creationId xmlns:a16="http://schemas.microsoft.com/office/drawing/2014/main" id="{E950C037-75FD-D516-0BC5-18A7277946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6" y="7582"/>
              <a:ext cx="1134" cy="1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3" name="Picture 7" descr="0100">
              <a:extLst>
                <a:ext uri="{FF2B5EF4-FFF2-40B4-BE49-F238E27FC236}">
                  <a16:creationId xmlns:a16="http://schemas.microsoft.com/office/drawing/2014/main" id="{8FD103D6-620A-F420-A34F-41927FD177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5" y="7582"/>
              <a:ext cx="1134" cy="1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04" name="AutoShape 8">
              <a:extLst>
                <a:ext uri="{FF2B5EF4-FFF2-40B4-BE49-F238E27FC236}">
                  <a16:creationId xmlns:a16="http://schemas.microsoft.com/office/drawing/2014/main" id="{AAFD6377-BC7E-42DD-7EB1-D82C63FDB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6" y="8098"/>
              <a:ext cx="375" cy="143"/>
            </a:xfrm>
            <a:prstGeom prst="rightArrow">
              <a:avLst>
                <a:gd name="adj1" fmla="val 50000"/>
                <a:gd name="adj2" fmla="val 65559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TW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A56F058-EDB9-7AE8-DDD6-9109CD62F3AA}"/>
              </a:ext>
            </a:extLst>
          </p:cNvPr>
          <p:cNvSpPr/>
          <p:nvPr/>
        </p:nvSpPr>
        <p:spPr>
          <a:xfrm>
            <a:off x="5738813" y="3595688"/>
            <a:ext cx="3081337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zh-TW" sz="2400" kern="1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經過</a:t>
            </a:r>
            <a:r>
              <a:rPr lang="en-US" altLang="zh-TW" sz="24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(           </a:t>
            </a:r>
            <a:r>
              <a:rPr lang="en-US" altLang="zh-TW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)</a:t>
            </a:r>
            <a:r>
              <a:rPr lang="zh-TW" altLang="en-US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endParaRPr lang="zh-TW" altLang="en-US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9E6E89-56EE-80F0-DFF0-5402F70D1279}"/>
              </a:ext>
            </a:extLst>
          </p:cNvPr>
          <p:cNvSpPr/>
          <p:nvPr/>
        </p:nvSpPr>
        <p:spPr>
          <a:xfrm>
            <a:off x="7110413" y="3595688"/>
            <a:ext cx="338137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kern="100" dirty="0">
                <a:solidFill>
                  <a:srgbClr val="0D0D0D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</a:t>
            </a:r>
            <a:endParaRPr lang="zh-TW" altLang="en-US" sz="2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A51B06-F1A5-F57D-27CB-F41BCF3707B2}"/>
              </a:ext>
            </a:extLst>
          </p:cNvPr>
          <p:cNvSpPr/>
          <p:nvPr/>
        </p:nvSpPr>
        <p:spPr>
          <a:xfrm>
            <a:off x="5738813" y="5516563"/>
            <a:ext cx="3081337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zh-TW" sz="2400" kern="1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經過</a:t>
            </a:r>
            <a:r>
              <a:rPr lang="en-US" altLang="zh-TW" sz="2400" kern="100" dirty="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(           </a:t>
            </a:r>
            <a:r>
              <a:rPr lang="en-US" altLang="zh-TW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)</a:t>
            </a:r>
            <a:r>
              <a:rPr lang="zh-TW" altLang="en-US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endParaRPr lang="zh-TW" altLang="en-US" sz="24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F60BB5-F421-DA4F-8396-3E76962B985B}"/>
              </a:ext>
            </a:extLst>
          </p:cNvPr>
          <p:cNvSpPr/>
          <p:nvPr/>
        </p:nvSpPr>
        <p:spPr>
          <a:xfrm>
            <a:off x="7108825" y="5541963"/>
            <a:ext cx="33972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400" kern="100" dirty="0">
                <a:solidFill>
                  <a:srgbClr val="0D0D0D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</a:t>
            </a:r>
            <a:endParaRPr lang="zh-TW" altLang="en-US" sz="2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C129DE-55CF-A953-B206-63982C108321}"/>
              </a:ext>
            </a:extLst>
          </p:cNvPr>
          <p:cNvSpPr/>
          <p:nvPr/>
        </p:nvSpPr>
        <p:spPr>
          <a:xfrm>
            <a:off x="995363" y="2852738"/>
            <a:ext cx="141605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233738" indent="-3057525" eaLnBrk="1" hangingPunct="1">
              <a:spcAft>
                <a:spcPts val="300"/>
              </a:spcAft>
              <a:defRPr/>
            </a:pPr>
            <a:r>
              <a:rPr lang="zh-TW" altLang="zh-TW" sz="2800" kern="100" dirty="0">
                <a:latin typeface="Times New Roman"/>
                <a:ea typeface="書法中楷（注音一）"/>
              </a:rPr>
              <a:t>例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1</a:t>
            </a:r>
            <a:r>
              <a:rPr lang="zh-TW" altLang="zh-TW" sz="2800" kern="100" dirty="0">
                <a:latin typeface="Times New Roman"/>
                <a:ea typeface="標楷體"/>
              </a:rPr>
              <a:t>：</a:t>
            </a:r>
            <a:endParaRPr lang="en-US" altLang="zh-TW" sz="2800" kern="100" dirty="0">
              <a:solidFill>
                <a:srgbClr val="000000"/>
              </a:solidFill>
              <a:latin typeface="Arial" charset="0"/>
              <a:ea typeface="標楷體"/>
              <a:cs typeface="Times New Roman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43577B-0CDF-D1AD-E041-54225CA80086}"/>
              </a:ext>
            </a:extLst>
          </p:cNvPr>
          <p:cNvSpPr/>
          <p:nvPr/>
        </p:nvSpPr>
        <p:spPr>
          <a:xfrm>
            <a:off x="995363" y="4667250"/>
            <a:ext cx="1416050" cy="5222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233738" indent="-3057525" eaLnBrk="1" hangingPunct="1">
              <a:spcAft>
                <a:spcPts val="300"/>
              </a:spcAft>
              <a:defRPr/>
            </a:pPr>
            <a:r>
              <a:rPr lang="zh-TW" altLang="zh-TW" sz="2800" kern="100" dirty="0">
                <a:latin typeface="Times New Roman"/>
                <a:ea typeface="書法中楷（注音一）"/>
              </a:rPr>
              <a:t>例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2</a:t>
            </a:r>
            <a:r>
              <a:rPr lang="zh-TW" altLang="zh-TW" sz="2800" kern="100" dirty="0">
                <a:latin typeface="Times New Roman"/>
                <a:ea typeface="標楷體"/>
              </a:rPr>
              <a:t>：</a:t>
            </a:r>
            <a:endParaRPr lang="en-US" altLang="zh-TW" sz="2800" kern="100" dirty="0">
              <a:solidFill>
                <a:srgbClr val="000000"/>
              </a:solidFill>
              <a:latin typeface="Arial" charset="0"/>
              <a:ea typeface="標楷體"/>
              <a:cs typeface="Times New Roman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>
            <a:extLst>
              <a:ext uri="{FF2B5EF4-FFF2-40B4-BE49-F238E27FC236}">
                <a16:creationId xmlns:a16="http://schemas.microsoft.com/office/drawing/2014/main" id="{3E3470B8-7D9F-FD98-3C03-7C86F190DED1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練一練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5">
            <a:extLst>
              <a:ext uri="{FF2B5EF4-FFF2-40B4-BE49-F238E27FC236}">
                <a16:creationId xmlns:a16="http://schemas.microsoft.com/office/drawing/2014/main" id="{25EF7D44-6A84-D95E-3B04-9F98BFB9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4339" name="矩形 2">
            <a:extLst>
              <a:ext uri="{FF2B5EF4-FFF2-40B4-BE49-F238E27FC236}">
                <a16:creationId xmlns:a16="http://schemas.microsoft.com/office/drawing/2014/main" id="{F8D8DEE2-502C-C2EE-70FB-9A5738ACD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8424862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一、</a:t>
            </a:r>
            <a:r>
              <a:rPr lang="zh-TW" altLang="zh-TW" sz="3200" b="1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填填看</a:t>
            </a:r>
            <a:r>
              <a:rPr lang="zh-TW" altLang="zh-TW" sz="3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b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A578C627-2F62-354A-DAF1-AA5E6EF16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2205038"/>
            <a:ext cx="7575550" cy="374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266700" indent="-266700" eaLnBrk="1" hangingPunct="1">
              <a:spcBef>
                <a:spcPts val="1000"/>
              </a:spcBef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</a:t>
            </a:r>
            <a:r>
              <a:rPr lang="zh-TW" altLang="zh-TW" sz="2800" kern="100" dirty="0">
                <a:latin typeface="Arial" charset="0"/>
                <a:ea typeface="書法中楷（注音一）"/>
                <a:cs typeface="Times New Roman"/>
              </a:rPr>
              <a:t>現在是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(</a:t>
            </a:r>
            <a:r>
              <a:rPr lang="zh-TW" altLang="en-US" sz="2800" kern="100" dirty="0">
                <a:latin typeface="Times New Roman"/>
                <a:ea typeface="書法中楷（注音一）"/>
              </a:rPr>
              <a:t>　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)</a:t>
            </a:r>
            <a:r>
              <a:rPr lang="zh-TW" altLang="zh-TW" sz="2800" kern="100" dirty="0">
                <a:latin typeface="Arial" charset="0"/>
                <a:ea typeface="書法中楷（注音一）"/>
                <a:cs typeface="Times New Roman"/>
              </a:rPr>
              <a:t>時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(</a:t>
            </a:r>
            <a:r>
              <a:rPr lang="zh-TW" altLang="en-US" sz="2800" kern="100" dirty="0">
                <a:latin typeface="Times New Roman"/>
                <a:ea typeface="書法中楷（注音一）"/>
              </a:rPr>
              <a:t>　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)</a:t>
            </a:r>
            <a:r>
              <a:rPr lang="zh-TW" altLang="zh-TW" sz="2800" kern="100" dirty="0">
                <a:latin typeface="Arial" charset="0"/>
                <a:ea typeface="書法中楷（注音一）"/>
                <a:cs typeface="Times New Roman"/>
              </a:rPr>
              <a:t>分</a:t>
            </a:r>
            <a:r>
              <a:rPr lang="zh-TW" altLang="zh-TW" sz="2800" kern="100" dirty="0">
                <a:latin typeface="Arial" charset="0"/>
                <a:ea typeface="標楷體"/>
                <a:cs typeface="Times New Roman"/>
              </a:rPr>
              <a:t>，</a:t>
            </a:r>
            <a:r>
              <a:rPr lang="zh-TW" altLang="zh-TW" sz="2800" kern="100" dirty="0">
                <a:latin typeface="Arial" charset="0"/>
                <a:ea typeface="書法中楷（注音一）"/>
                <a:cs typeface="Times New Roman"/>
              </a:rPr>
              <a:t>再過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1</a:t>
            </a:r>
            <a:r>
              <a:rPr lang="zh-TW" altLang="zh-TW" sz="2800" kern="100" dirty="0">
                <a:latin typeface="Arial" charset="0"/>
                <a:ea typeface="書法中楷（注音一）"/>
                <a:cs typeface="Times New Roman"/>
              </a:rPr>
              <a:t>分鐘</a:t>
            </a:r>
            <a:r>
              <a:rPr lang="zh-TW" altLang="zh-TW" sz="2800" kern="100" dirty="0">
                <a:latin typeface="Arial" charset="0"/>
                <a:ea typeface="標楷體"/>
                <a:cs typeface="Times New Roman"/>
              </a:rPr>
              <a:t>，</a:t>
            </a:r>
            <a:r>
              <a:rPr lang="zh-TW" altLang="zh-TW" sz="2800" kern="100" dirty="0">
                <a:latin typeface="Arial" charset="0"/>
                <a:ea typeface="書法中楷（注音一）"/>
                <a:cs typeface="Times New Roman"/>
              </a:rPr>
              <a:t>是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(</a:t>
            </a:r>
            <a:r>
              <a:rPr lang="zh-TW" altLang="en-US" sz="2800" kern="100" dirty="0">
                <a:latin typeface="Times New Roman"/>
                <a:ea typeface="書法中楷（注音一）"/>
              </a:rPr>
              <a:t>　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)</a:t>
            </a:r>
            <a:r>
              <a:rPr lang="zh-TW" altLang="zh-TW" sz="2800" kern="100" dirty="0">
                <a:latin typeface="Arial" charset="0"/>
                <a:ea typeface="書法中楷（注音一）"/>
                <a:cs typeface="Times New Roman"/>
              </a:rPr>
              <a:t>時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(</a:t>
            </a:r>
            <a:r>
              <a:rPr lang="zh-TW" altLang="en-US" sz="2800" kern="100" dirty="0">
                <a:latin typeface="Times New Roman"/>
                <a:ea typeface="書法中楷（注音一）"/>
              </a:rPr>
              <a:t>　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)</a:t>
            </a:r>
            <a:r>
              <a:rPr lang="zh-TW" altLang="zh-TW" sz="2800" kern="100" dirty="0">
                <a:latin typeface="Arial" charset="0"/>
                <a:ea typeface="書法中楷（注音一）"/>
                <a:cs typeface="Times New Roman"/>
              </a:rPr>
              <a:t>分</a:t>
            </a:r>
            <a:r>
              <a:rPr lang="zh-TW" altLang="zh-TW" sz="2800" kern="100" dirty="0">
                <a:latin typeface="Arial" charset="0"/>
                <a:ea typeface="標楷體"/>
                <a:cs typeface="Times New Roman"/>
              </a:rPr>
              <a:t>，</a:t>
            </a:r>
            <a:r>
              <a:rPr lang="zh-TW" altLang="zh-TW" sz="2800" kern="100" dirty="0">
                <a:latin typeface="Arial" charset="0"/>
                <a:ea typeface="書法中楷（注音一）"/>
                <a:cs typeface="Times New Roman"/>
              </a:rPr>
              <a:t>也可以說是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(</a:t>
            </a:r>
            <a:r>
              <a:rPr lang="zh-TW" altLang="en-US" sz="2800" kern="100" dirty="0">
                <a:latin typeface="Times New Roman"/>
                <a:ea typeface="書法中楷（注音一）"/>
              </a:rPr>
              <a:t>　</a:t>
            </a:r>
            <a:r>
              <a:rPr lang="en-US" altLang="zh-TW" sz="2800" kern="100" dirty="0">
                <a:latin typeface="Times New Roman"/>
                <a:ea typeface="書法中楷（注音一）"/>
              </a:rPr>
              <a:t>)</a:t>
            </a:r>
            <a:r>
              <a:rPr lang="zh-TW" altLang="en-US" sz="2800" kern="100" dirty="0">
                <a:latin typeface="Arial" charset="0"/>
                <a:ea typeface="書法中楷（注音一）"/>
                <a:cs typeface="Times New Roman"/>
              </a:rPr>
              <a:t>時</a:t>
            </a:r>
            <a:r>
              <a:rPr lang="zh-TW" altLang="zh-TW" sz="3600" kern="100" dirty="0">
                <a:latin typeface="Arial" charset="0"/>
                <a:ea typeface="標楷體"/>
                <a:cs typeface="Times New Roman"/>
              </a:rPr>
              <a:t>。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en-US" altLang="zh-TW" sz="2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en-US" altLang="zh-TW" sz="2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en-US" altLang="zh-TW" sz="2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zh-TW" altLang="zh-TW" sz="2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98CC7E-4DB9-504D-B8C4-AE5A1FCF6266}"/>
              </a:ext>
            </a:extLst>
          </p:cNvPr>
          <p:cNvSpPr/>
          <p:nvPr/>
        </p:nvSpPr>
        <p:spPr>
          <a:xfrm>
            <a:off x="2678113" y="2249488"/>
            <a:ext cx="3651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7</a:t>
            </a:r>
            <a:endParaRPr lang="zh-TW" altLang="en-US" dirty="0">
              <a:solidFill>
                <a:srgbClr val="FF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BDA774-E07C-C744-C940-C427ED06FC9E}"/>
              </a:ext>
            </a:extLst>
          </p:cNvPr>
          <p:cNvSpPr/>
          <p:nvPr/>
        </p:nvSpPr>
        <p:spPr>
          <a:xfrm>
            <a:off x="3924300" y="2249488"/>
            <a:ext cx="5429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59</a:t>
            </a:r>
            <a:endParaRPr lang="zh-TW" altLang="en-US" dirty="0">
              <a:solidFill>
                <a:srgbClr val="FF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C812B2-E809-3E52-DF4F-7EA51C76CB34}"/>
              </a:ext>
            </a:extLst>
          </p:cNvPr>
          <p:cNvSpPr/>
          <p:nvPr/>
        </p:nvSpPr>
        <p:spPr>
          <a:xfrm>
            <a:off x="7235825" y="2674938"/>
            <a:ext cx="3651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8</a:t>
            </a:r>
            <a:endParaRPr lang="zh-TW" altLang="en-US" dirty="0">
              <a:solidFill>
                <a:srgbClr val="FF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5E36EB-9E2A-9FC1-84EB-B92E907D6FC2}"/>
              </a:ext>
            </a:extLst>
          </p:cNvPr>
          <p:cNvSpPr/>
          <p:nvPr/>
        </p:nvSpPr>
        <p:spPr>
          <a:xfrm>
            <a:off x="2944813" y="2674938"/>
            <a:ext cx="3651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0</a:t>
            </a:r>
            <a:endParaRPr lang="zh-TW" altLang="en-US" dirty="0">
              <a:solidFill>
                <a:srgbClr val="FF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312793-07D6-673A-9177-0D31B91730B8}"/>
              </a:ext>
            </a:extLst>
          </p:cNvPr>
          <p:cNvSpPr/>
          <p:nvPr/>
        </p:nvSpPr>
        <p:spPr>
          <a:xfrm>
            <a:off x="1619250" y="2674938"/>
            <a:ext cx="3651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8</a:t>
            </a:r>
            <a:endParaRPr lang="zh-TW" altLang="en-US" dirty="0">
              <a:solidFill>
                <a:srgbClr val="FF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14346" name="Picture 12" descr="0759">
            <a:extLst>
              <a:ext uri="{FF2B5EF4-FFF2-40B4-BE49-F238E27FC236}">
                <a16:creationId xmlns:a16="http://schemas.microsoft.com/office/drawing/2014/main" id="{43C892B7-E549-3684-9793-93339B609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3933825"/>
            <a:ext cx="2163762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0" descr="T:\題庫\112(一)國小\05圖庫素材\2年級\數學\鐘面圖素材\11點00分-11點59分\1100.jpg">
            <a:extLst>
              <a:ext uri="{FF2B5EF4-FFF2-40B4-BE49-F238E27FC236}">
                <a16:creationId xmlns:a16="http://schemas.microsoft.com/office/drawing/2014/main" id="{F96ABA76-3294-7B5E-C5F9-CD42C9392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4205288"/>
            <a:ext cx="2160587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標題 5">
            <a:extLst>
              <a:ext uri="{FF2B5EF4-FFF2-40B4-BE49-F238E27FC236}">
                <a16:creationId xmlns:a16="http://schemas.microsoft.com/office/drawing/2014/main" id="{4B183FBA-8D2F-9D9A-72F2-23D0A87E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5364" name="矩形 2">
            <a:extLst>
              <a:ext uri="{FF2B5EF4-FFF2-40B4-BE49-F238E27FC236}">
                <a16:creationId xmlns:a16="http://schemas.microsoft.com/office/drawing/2014/main" id="{65451372-CBE0-FBE8-EF8E-56E353F04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8424862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一、</a:t>
            </a:r>
            <a:r>
              <a:rPr lang="zh-TW" altLang="zh-TW" sz="3200" b="1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填填看</a:t>
            </a:r>
            <a:r>
              <a:rPr lang="zh-TW" altLang="zh-TW" sz="3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b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2DDD0634-F487-9CEE-7E50-E9F31C6F0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2266950"/>
            <a:ext cx="7791450" cy="362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266700" indent="-266700" eaLnBrk="1" hangingPunct="1">
              <a:spcBef>
                <a:spcPts val="1000"/>
              </a:spcBef>
              <a:defRPr/>
            </a:pP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2</a:t>
            </a:r>
            <a:r>
              <a:rPr lang="en-US" altLang="zh-TW" sz="2800" kern="1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.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現在是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(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　　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)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時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(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　　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)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分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，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再過 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1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小時妹</a:t>
            </a:r>
            <a:r>
              <a:rPr lang="zh-TW" altLang="en-US" sz="2800" kern="100" dirty="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妹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就要放學了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，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放學時間是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(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　　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)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時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(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　　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)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分</a:t>
            </a:r>
            <a:r>
              <a:rPr lang="zh-TW" altLang="zh-TW" sz="2800" kern="100" dirty="0"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。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en-US" altLang="zh-TW" sz="28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en-US" altLang="zh-TW" sz="28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en-US" altLang="zh-TW" sz="28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zh-TW" altLang="zh-TW" sz="28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DA3573-670D-9683-E31A-90CFA8FA8A15}"/>
              </a:ext>
            </a:extLst>
          </p:cNvPr>
          <p:cNvSpPr/>
          <p:nvPr/>
        </p:nvSpPr>
        <p:spPr>
          <a:xfrm>
            <a:off x="2855913" y="2306638"/>
            <a:ext cx="5302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11</a:t>
            </a:r>
            <a:endParaRPr lang="zh-TW" altLang="en-US" dirty="0">
              <a:solidFill>
                <a:srgbClr val="FF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1C235A-689E-339C-6AF4-661106F9F095}"/>
              </a:ext>
            </a:extLst>
          </p:cNvPr>
          <p:cNvSpPr/>
          <p:nvPr/>
        </p:nvSpPr>
        <p:spPr>
          <a:xfrm>
            <a:off x="4759325" y="2308225"/>
            <a:ext cx="3651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0</a:t>
            </a:r>
            <a:endParaRPr lang="zh-TW" altLang="en-US" dirty="0">
              <a:solidFill>
                <a:srgbClr val="FF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655D13-2A42-DBD3-CE52-A826ECAE7391}"/>
              </a:ext>
            </a:extLst>
          </p:cNvPr>
          <p:cNvSpPr/>
          <p:nvPr/>
        </p:nvSpPr>
        <p:spPr>
          <a:xfrm>
            <a:off x="3714750" y="3171825"/>
            <a:ext cx="363538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0</a:t>
            </a:r>
            <a:endParaRPr lang="zh-TW" altLang="en-US" dirty="0">
              <a:solidFill>
                <a:srgbClr val="FF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2E7733-A105-48AA-F25F-5D00DE9BA80D}"/>
              </a:ext>
            </a:extLst>
          </p:cNvPr>
          <p:cNvSpPr/>
          <p:nvPr/>
        </p:nvSpPr>
        <p:spPr>
          <a:xfrm>
            <a:off x="1776413" y="3146425"/>
            <a:ext cx="544512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12</a:t>
            </a:r>
            <a:endParaRPr lang="zh-TW" altLang="en-US" dirty="0">
              <a:solidFill>
                <a:srgbClr val="FF0000"/>
              </a:solidFill>
              <a:latin typeface="Arial" charset="0"/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5">
            <a:extLst>
              <a:ext uri="{FF2B5EF4-FFF2-40B4-BE49-F238E27FC236}">
                <a16:creationId xmlns:a16="http://schemas.microsoft.com/office/drawing/2014/main" id="{D0E672D2-1C0C-0C56-E75F-3F9CA563C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6387" name="矩形 2">
            <a:extLst>
              <a:ext uri="{FF2B5EF4-FFF2-40B4-BE49-F238E27FC236}">
                <a16:creationId xmlns:a16="http://schemas.microsoft.com/office/drawing/2014/main" id="{B3FF24E6-DBA7-DADE-E044-D7B91BBB5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8424862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一、</a:t>
            </a:r>
            <a:r>
              <a:rPr lang="zh-TW" altLang="zh-TW" sz="3200" b="1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填填看</a:t>
            </a:r>
            <a:r>
              <a:rPr lang="zh-TW" altLang="zh-TW" sz="3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b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1E060FB0-6AF7-2DC1-2C46-18C96F93D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2266950"/>
            <a:ext cx="7575550" cy="362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266700" indent="-266700" eaLnBrk="1" hangingPunct="1">
              <a:spcBef>
                <a:spcPts val="1000"/>
              </a:spcBef>
              <a:defRPr/>
            </a:pPr>
            <a:r>
              <a:rPr lang="en-US" altLang="zh-TW" sz="2800" kern="100" dirty="0">
                <a:latin typeface="Times New Roman"/>
                <a:ea typeface="書法中楷（注音一）"/>
              </a:rPr>
              <a:t>3</a:t>
            </a:r>
            <a:r>
              <a:rPr lang="en-US" altLang="zh-TW" sz="2800" kern="100" dirty="0">
                <a:latin typeface="書法中楷（注音一）"/>
                <a:ea typeface="新細明體" charset="-120"/>
                <a:cs typeface="Times New Roman"/>
              </a:rPr>
              <a:t>.</a:t>
            </a:r>
            <a:r>
              <a:rPr lang="zh-TW" altLang="en-US" sz="2800" kern="100" dirty="0">
                <a:latin typeface="Arial" charset="0"/>
                <a:ea typeface="書法中楷（注音一）"/>
                <a:cs typeface="Times New Roman"/>
              </a:rPr>
              <a:t>畫畫課從下午 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7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 </a:t>
            </a:r>
            <a:r>
              <a:rPr lang="zh-TW" altLang="en-US" sz="2800" kern="100" dirty="0">
                <a:latin typeface="Arial" charset="0"/>
                <a:ea typeface="書法中楷（注音一）"/>
                <a:cs typeface="Times New Roman"/>
              </a:rPr>
              <a:t>時開始上課</a:t>
            </a:r>
            <a:r>
              <a:rPr lang="zh-TW" altLang="en-US" sz="2800" kern="100" dirty="0">
                <a:latin typeface="Arial" charset="0"/>
                <a:ea typeface="標楷體"/>
                <a:cs typeface="Times New Roman"/>
              </a:rPr>
              <a:t>，</a:t>
            </a:r>
            <a:r>
              <a:rPr lang="zh-TW" altLang="en-US" sz="2800" kern="100" dirty="0">
                <a:latin typeface="Arial" charset="0"/>
                <a:ea typeface="書法中楷（注音一）"/>
                <a:cs typeface="Times New Roman"/>
              </a:rPr>
              <a:t>要上 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2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 </a:t>
            </a:r>
            <a:r>
              <a:rPr lang="zh-TW" altLang="en-US" sz="2800" kern="100" dirty="0">
                <a:latin typeface="Arial" charset="0"/>
                <a:ea typeface="書法中楷（注音一）"/>
                <a:cs typeface="Times New Roman"/>
              </a:rPr>
              <a:t>個小時</a:t>
            </a:r>
            <a:r>
              <a:rPr lang="zh-TW" altLang="en-US" sz="2800" kern="100" dirty="0">
                <a:latin typeface="Arial" charset="0"/>
                <a:ea typeface="標楷體"/>
                <a:cs typeface="Times New Roman"/>
              </a:rPr>
              <a:t>，</a:t>
            </a:r>
            <a:r>
              <a:rPr lang="zh-TW" altLang="en-US" sz="2800" kern="100" dirty="0">
                <a:latin typeface="Arial" charset="0"/>
                <a:ea typeface="書法中楷（注音一）"/>
                <a:cs typeface="Times New Roman"/>
              </a:rPr>
              <a:t>下課的時候是下午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(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　　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)</a:t>
            </a:r>
            <a:r>
              <a:rPr lang="zh-TW" altLang="en-US" sz="2800" kern="100" dirty="0">
                <a:latin typeface="Arial" charset="0"/>
                <a:ea typeface="書法中楷（注音一）"/>
                <a:cs typeface="Times New Roman"/>
              </a:rPr>
              <a:t>時</a:t>
            </a:r>
            <a:r>
              <a:rPr lang="zh-TW" altLang="en-US" sz="2800" kern="100" dirty="0">
                <a:latin typeface="Arial" charset="0"/>
                <a:ea typeface="標楷體"/>
                <a:cs typeface="Times New Roman"/>
              </a:rPr>
              <a:t>。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en-US" altLang="zh-TW" sz="2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en-US" altLang="zh-TW" sz="2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en-US" altLang="zh-TW" sz="2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1" hangingPunct="1">
              <a:spcBef>
                <a:spcPts val="1000"/>
              </a:spcBef>
              <a:buFontTx/>
              <a:buAutoNum type="arabicPeriod"/>
              <a:defRPr/>
            </a:pPr>
            <a:endParaRPr lang="zh-TW" altLang="zh-TW" sz="2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D81BF4-0546-E322-F3A1-B0E753FEE0C7}"/>
              </a:ext>
            </a:extLst>
          </p:cNvPr>
          <p:cNvSpPr/>
          <p:nvPr/>
        </p:nvSpPr>
        <p:spPr>
          <a:xfrm>
            <a:off x="1349375" y="3159125"/>
            <a:ext cx="36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2800" kern="100" dirty="0">
                <a:solidFill>
                  <a:srgbClr val="FF0000"/>
                </a:solidFill>
                <a:latin typeface="Times New Roman"/>
                <a:ea typeface="標楷體"/>
              </a:rPr>
              <a:t>9</a:t>
            </a:r>
            <a:endParaRPr lang="zh-TW" altLang="en-US" dirty="0">
              <a:solidFill>
                <a:srgbClr val="FF0000"/>
              </a:solidFill>
              <a:latin typeface="Arial" charset="0"/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10">
            <a:extLst>
              <a:ext uri="{FF2B5EF4-FFF2-40B4-BE49-F238E27FC236}">
                <a16:creationId xmlns:a16="http://schemas.microsoft.com/office/drawing/2014/main" id="{47EBAADD-09DC-31EE-1D94-5177BD43A63C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238375"/>
            <a:ext cx="5029200" cy="4603750"/>
            <a:chOff x="6729" y="10246"/>
            <a:chExt cx="3934" cy="3693"/>
          </a:xfrm>
        </p:grpSpPr>
        <p:grpSp>
          <p:nvGrpSpPr>
            <p:cNvPr id="17418" name="Group 11">
              <a:extLst>
                <a:ext uri="{FF2B5EF4-FFF2-40B4-BE49-F238E27FC236}">
                  <a16:creationId xmlns:a16="http://schemas.microsoft.com/office/drawing/2014/main" id="{750A174F-2DB1-0212-20B8-E08A6C3D5D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9" y="10246"/>
              <a:ext cx="3934" cy="3693"/>
              <a:chOff x="6729" y="10246"/>
              <a:chExt cx="3934" cy="3693"/>
            </a:xfrm>
          </p:grpSpPr>
          <p:grpSp>
            <p:nvGrpSpPr>
              <p:cNvPr id="17420" name="Group 12">
                <a:extLst>
                  <a:ext uri="{FF2B5EF4-FFF2-40B4-BE49-F238E27FC236}">
                    <a16:creationId xmlns:a16="http://schemas.microsoft.com/office/drawing/2014/main" id="{EC6E3735-D32D-D358-5293-0274297F45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97" y="10246"/>
                <a:ext cx="2966" cy="3693"/>
                <a:chOff x="6661" y="10246"/>
                <a:chExt cx="2966" cy="3693"/>
              </a:xfrm>
            </p:grpSpPr>
            <p:pic>
              <p:nvPicPr>
                <p:cNvPr id="17424" name="Picture 13" descr="8-7">
                  <a:extLst>
                    <a:ext uri="{FF2B5EF4-FFF2-40B4-BE49-F238E27FC236}">
                      <a16:creationId xmlns:a16="http://schemas.microsoft.com/office/drawing/2014/main" id="{908C3818-5672-EB3C-A1A5-1AF4A64114E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809" t="-632" b="-253"/>
                <a:stretch>
                  <a:fillRect/>
                </a:stretch>
              </p:blipFill>
              <p:spPr bwMode="auto">
                <a:xfrm>
                  <a:off x="6789" y="10246"/>
                  <a:ext cx="2838" cy="36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425" name="文字方塊 2">
                  <a:extLst>
                    <a:ext uri="{FF2B5EF4-FFF2-40B4-BE49-F238E27FC236}">
                      <a16:creationId xmlns:a16="http://schemas.microsoft.com/office/drawing/2014/main" id="{23E67BFB-5529-4389-116D-8817BD22B7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38" y="10449"/>
                  <a:ext cx="1089" cy="40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5A5A5A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>
                    <a:lnSpc>
                      <a:spcPct val="144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TW" sz="2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r>
                    <a:rPr lang="zh-TW" altLang="en-US" sz="2400">
                      <a:latin typeface="書法中楷（注音一）" panose="02010609010101010101" pitchFamily="49" charset="-120"/>
                      <a:ea typeface="書法中楷（注音一）" panose="02010609010101010101" pitchFamily="49" charset="-120"/>
                    </a:rPr>
                    <a:t>時</a:t>
                  </a:r>
                  <a:r>
                    <a:rPr lang="en-US" altLang="zh-TW" sz="2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r>
                    <a:rPr lang="zh-TW" altLang="en-US" sz="2400">
                      <a:latin typeface="書法中楷（注音一）" panose="02010609010101010101" pitchFamily="49" charset="-120"/>
                      <a:ea typeface="書法中楷（注音一）" panose="02010609010101010101" pitchFamily="49" charset="-120"/>
                    </a:rPr>
                    <a:t>分</a:t>
                  </a:r>
                  <a:endParaRPr lang="zh-TW" altLang="zh-TW" sz="2400">
                    <a:latin typeface="書法中楷（注音一）" panose="02010609010101010101" pitchFamily="49" charset="-120"/>
                    <a:ea typeface="書法中楷（注音一）" panose="02010609010101010101" pitchFamily="49" charset="-120"/>
                  </a:endParaRPr>
                </a:p>
              </p:txBody>
            </p:sp>
            <p:sp>
              <p:nvSpPr>
                <p:cNvPr id="17426" name="Rectangle 15">
                  <a:extLst>
                    <a:ext uri="{FF2B5EF4-FFF2-40B4-BE49-F238E27FC236}">
                      <a16:creationId xmlns:a16="http://schemas.microsoft.com/office/drawing/2014/main" id="{5E3334A4-C929-98B7-F1BB-73C3299D28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61" y="10246"/>
                  <a:ext cx="1305" cy="369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TW" altLang="en-US" sz="1800">
                    <a:latin typeface="Arial" panose="020B0604020202020204" pitchFamily="34" charset="0"/>
                  </a:endParaRPr>
                </a:p>
              </p:txBody>
            </p:sp>
          </p:grpSp>
          <p:pic>
            <p:nvPicPr>
              <p:cNvPr id="17421" name="Picture 16" descr="0200">
                <a:extLst>
                  <a:ext uri="{FF2B5EF4-FFF2-40B4-BE49-F238E27FC236}">
                    <a16:creationId xmlns:a16="http://schemas.microsoft.com/office/drawing/2014/main" id="{EBFDCACA-BA0A-2C8F-895C-967B920558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29" y="10246"/>
                <a:ext cx="1131" cy="1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422" name="Picture 17" descr="0415">
                <a:extLst>
                  <a:ext uri="{FF2B5EF4-FFF2-40B4-BE49-F238E27FC236}">
                    <a16:creationId xmlns:a16="http://schemas.microsoft.com/office/drawing/2014/main" id="{2D2599D3-B5A5-A227-416D-46E507E19A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41" y="11489"/>
                <a:ext cx="1131" cy="1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423" name="Picture 18" descr="1115">
                <a:extLst>
                  <a:ext uri="{FF2B5EF4-FFF2-40B4-BE49-F238E27FC236}">
                    <a16:creationId xmlns:a16="http://schemas.microsoft.com/office/drawing/2014/main" id="{DA82576D-72BE-3B61-882D-F049C0707F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35" y="12750"/>
                <a:ext cx="1131" cy="1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7419" name="Picture 19" descr="8-7">
              <a:extLst>
                <a:ext uri="{FF2B5EF4-FFF2-40B4-BE49-F238E27FC236}">
                  <a16:creationId xmlns:a16="http://schemas.microsoft.com/office/drawing/2014/main" id="{7FE565C5-6AA5-DEED-19D9-817A8CCD91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175" t="58539" r="25179" b="32635"/>
            <a:stretch>
              <a:fillRect/>
            </a:stretch>
          </p:blipFill>
          <p:spPr bwMode="auto">
            <a:xfrm>
              <a:off x="10173" y="12376"/>
              <a:ext cx="144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標題 5">
            <a:extLst>
              <a:ext uri="{FF2B5EF4-FFF2-40B4-BE49-F238E27FC236}">
                <a16:creationId xmlns:a16="http://schemas.microsoft.com/office/drawing/2014/main" id="{BE17F945-53D2-4FD6-4156-B9578D2F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7412" name="Text Box 19">
            <a:extLst>
              <a:ext uri="{FF2B5EF4-FFF2-40B4-BE49-F238E27FC236}">
                <a16:creationId xmlns:a16="http://schemas.microsoft.com/office/drawing/2014/main" id="{286831B7-E74D-97AA-947A-823D0D72B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561975"/>
            <a:ext cx="157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sp>
        <p:nvSpPr>
          <p:cNvPr id="10250" name="矩形 2">
            <a:extLst>
              <a:ext uri="{FF2B5EF4-FFF2-40B4-BE49-F238E27FC236}">
                <a16:creationId xmlns:a16="http://schemas.microsoft.com/office/drawing/2014/main" id="{74C49355-9347-4EA7-1CA6-58F8A52FC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7345362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3200" b="1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  <a:sym typeface="Arial" charset="0"/>
              </a:rPr>
              <a:t>二、</a:t>
            </a:r>
            <a:r>
              <a:rPr lang="zh-TW" altLang="zh-TW" sz="3200" b="1" kern="100" dirty="0">
                <a:ea typeface="書法中楷（注音一）"/>
                <a:cs typeface="Times New Roman"/>
              </a:rPr>
              <a:t>把相同的時</a:t>
            </a:r>
            <a:r>
              <a:rPr lang="zh-TW" altLang="zh-TW" sz="3200" b="1" kern="100" dirty="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/>
              </a:rPr>
              <a:t>刻</a:t>
            </a:r>
            <a:r>
              <a:rPr lang="zh-TW" altLang="zh-TW" sz="3200" b="1" kern="100" dirty="0">
                <a:ea typeface="書法中楷（注音一）"/>
                <a:cs typeface="Times New Roman"/>
              </a:rPr>
              <a:t>連起來</a:t>
            </a:r>
            <a:r>
              <a:rPr lang="zh-TW" altLang="zh-TW" sz="3200" b="1" kern="100" dirty="0">
                <a:latin typeface="標楷體"/>
                <a:ea typeface="標楷體"/>
                <a:cs typeface="Times New Roman"/>
              </a:rPr>
              <a:t>。</a:t>
            </a:r>
            <a:endParaRPr lang="zh-TW" altLang="zh-TW" sz="3200" b="1" dirty="0">
              <a:solidFill>
                <a:srgbClr val="000000"/>
              </a:solidFill>
              <a:latin typeface="標楷體" pitchFamily="65" charset="-120"/>
              <a:ea typeface="標楷體" pitchFamily="65" charset="-120"/>
              <a:cs typeface="Times New Roman" pitchFamily="18" charset="0"/>
              <a:sym typeface="Arial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FA8587D9-10F1-C4FD-BDFA-A67BA67672CA}"/>
              </a:ext>
            </a:extLst>
          </p:cNvPr>
          <p:cNvCxnSpPr>
            <a:stCxn id="17421" idx="3"/>
          </p:cNvCxnSpPr>
          <p:nvPr/>
        </p:nvCxnSpPr>
        <p:spPr>
          <a:xfrm>
            <a:off x="2346325" y="2943225"/>
            <a:ext cx="2190750" cy="105886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FA8BB14C-72DD-AF33-9487-33036C46D3EF}"/>
              </a:ext>
            </a:extLst>
          </p:cNvPr>
          <p:cNvCxnSpPr>
            <a:stCxn id="17422" idx="3"/>
          </p:cNvCxnSpPr>
          <p:nvPr/>
        </p:nvCxnSpPr>
        <p:spPr>
          <a:xfrm flipV="1">
            <a:off x="2360613" y="2744788"/>
            <a:ext cx="2176462" cy="17494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C255EC9-5304-9178-408C-A964E97A4B9C}"/>
              </a:ext>
            </a:extLst>
          </p:cNvPr>
          <p:cNvCxnSpPr>
            <a:stCxn id="17422" idx="3"/>
          </p:cNvCxnSpPr>
          <p:nvPr/>
        </p:nvCxnSpPr>
        <p:spPr>
          <a:xfrm>
            <a:off x="2360613" y="4494213"/>
            <a:ext cx="2176462" cy="17795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6F03A1E8-43B2-9FEC-52AB-444C00A5804F}"/>
              </a:ext>
            </a:extLst>
          </p:cNvPr>
          <p:cNvCxnSpPr>
            <a:stCxn id="17423" idx="3"/>
          </p:cNvCxnSpPr>
          <p:nvPr/>
        </p:nvCxnSpPr>
        <p:spPr>
          <a:xfrm flipV="1">
            <a:off x="2352675" y="5092700"/>
            <a:ext cx="2184400" cy="9731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5">
            <a:extLst>
              <a:ext uri="{FF2B5EF4-FFF2-40B4-BE49-F238E27FC236}">
                <a16:creationId xmlns:a16="http://schemas.microsoft.com/office/drawing/2014/main" id="{2FF7053D-0D6E-5B40-4DCA-A616C8CC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8435" name="矩形 1">
            <a:extLst>
              <a:ext uri="{FF2B5EF4-FFF2-40B4-BE49-F238E27FC236}">
                <a16:creationId xmlns:a16="http://schemas.microsoft.com/office/drawing/2014/main" id="{67A034C3-6E05-3C49-C5F8-31586BF88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1881188"/>
            <a:ext cx="9144000" cy="441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275" name="矩形 25">
            <a:extLst>
              <a:ext uri="{FF2B5EF4-FFF2-40B4-BE49-F238E27FC236}">
                <a16:creationId xmlns:a16="http://schemas.microsoft.com/office/drawing/2014/main" id="{336AC330-9612-D9F6-39D3-3620D4D81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1509713"/>
            <a:ext cx="8494713" cy="7445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zh-TW" altLang="en-US" sz="3200" b="1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  <a:sym typeface="Arial" charset="0"/>
              </a:rPr>
              <a:t>三、</a:t>
            </a:r>
            <a:r>
              <a:rPr lang="zh-TW" altLang="zh-TW" sz="3200" b="1" kern="100" dirty="0">
                <a:latin typeface="Times New Roman"/>
                <a:ea typeface="書法中楷（注音一）"/>
                <a:cs typeface="Times New Roman"/>
              </a:rPr>
              <a:t>鐘面上的時</a:t>
            </a:r>
            <a:r>
              <a:rPr lang="zh-TW" altLang="zh-TW" sz="3200" b="1" kern="100" dirty="0">
                <a:latin typeface="Times New Roman"/>
                <a:ea typeface="書法中楷（破音二）"/>
                <a:cs typeface="Times New Roman"/>
              </a:rPr>
              <a:t>刻</a:t>
            </a:r>
            <a:r>
              <a:rPr lang="zh-TW" altLang="zh-TW" sz="3200" b="1" kern="100" dirty="0">
                <a:ea typeface="標楷體"/>
                <a:cs typeface="Times New Roman"/>
              </a:rPr>
              <a:t>，</a:t>
            </a:r>
            <a:r>
              <a:rPr lang="zh-TW" altLang="zh-TW" sz="3200" b="1" kern="100" dirty="0">
                <a:latin typeface="Times New Roman"/>
                <a:ea typeface="書法中楷（注音一）"/>
                <a:cs typeface="Times New Roman"/>
              </a:rPr>
              <a:t>對的畫</a:t>
            </a:r>
            <a:r>
              <a:rPr lang="zh-TW" altLang="zh-TW" sz="3200" b="1" kern="100" dirty="0">
                <a:ea typeface="標楷體"/>
                <a:cs typeface="Times New Roman"/>
              </a:rPr>
              <a:t>○。</a:t>
            </a:r>
            <a:endParaRPr lang="zh-TW" altLang="en-US" b="1" dirty="0">
              <a:latin typeface="標楷體" pitchFamily="65" charset="-120"/>
              <a:ea typeface="標楷體" pitchFamily="65" charset="-120"/>
              <a:cs typeface="Times New Roman" pitchFamily="18" charset="0"/>
              <a:sym typeface="Arial" charset="0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id="{6B1AB1A8-A4A7-26E8-F13E-74E22D510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636838"/>
            <a:ext cx="8440737" cy="31686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ts val="1000"/>
              </a:spcBef>
              <a:tabLst>
                <a:tab pos="4659313" algn="l"/>
              </a:tabLst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3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□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 8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時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58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分</a:t>
            </a:r>
            <a:r>
              <a:rPr lang="zh-TW" altLang="en-US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                  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2.</a:t>
            </a:r>
            <a:r>
              <a:rPr lang="en-US" altLang="zh-TW" sz="36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 </a:t>
            </a:r>
            <a:r>
              <a:rPr lang="zh-TW" altLang="zh-TW" sz="3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□</a:t>
            </a:r>
            <a:r>
              <a:rPr lang="zh-TW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時</a:t>
            </a:r>
            <a:r>
              <a:rPr lang="en-US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47</a:t>
            </a:r>
            <a:r>
              <a:rPr lang="zh-TW" altLang="zh-TW" sz="2800" kern="100" dirty="0">
                <a:latin typeface="Times New Roman" panose="02020603050405020304" pitchFamily="18" charset="0"/>
                <a:ea typeface="書法中楷（注音一）"/>
                <a:cs typeface="Times New Roman" panose="02020603050405020304" pitchFamily="18" charset="0"/>
              </a:rPr>
              <a:t>分</a:t>
            </a:r>
            <a:endParaRPr lang="zh-TW" altLang="en-US" sz="28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02C7BE-C649-5F25-4695-FC07EA759FDA}"/>
              </a:ext>
            </a:extLst>
          </p:cNvPr>
          <p:cNvSpPr/>
          <p:nvPr/>
        </p:nvSpPr>
        <p:spPr>
          <a:xfrm>
            <a:off x="966788" y="2706688"/>
            <a:ext cx="608012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TW" altLang="zh-TW" b="1" kern="100" dirty="0">
                <a:latin typeface="Arial" charset="0"/>
                <a:ea typeface="標楷體"/>
                <a:cs typeface="Times New Roman"/>
              </a:rPr>
              <a:t> </a:t>
            </a:r>
            <a:r>
              <a:rPr lang="zh-TW" altLang="zh-TW" sz="28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○</a:t>
            </a:r>
            <a:endParaRPr lang="zh-TW" altLang="en-US" sz="2800" kern="1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/>
            </a:endParaRPr>
          </a:p>
        </p:txBody>
      </p:sp>
      <p:sp>
        <p:nvSpPr>
          <p:cNvPr id="18439" name="Line 6">
            <a:extLst>
              <a:ext uri="{FF2B5EF4-FFF2-40B4-BE49-F238E27FC236}">
                <a16:creationId xmlns:a16="http://schemas.microsoft.com/office/drawing/2014/main" id="{308CBC85-0471-4020-DFA7-EA1E5F80D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852738"/>
            <a:ext cx="0" cy="3529012"/>
          </a:xfrm>
          <a:prstGeom prst="line">
            <a:avLst/>
          </a:prstGeom>
          <a:noFill/>
          <a:ln w="19050" cap="rnd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8440" name="Picture 10" descr="0858">
            <a:extLst>
              <a:ext uri="{FF2B5EF4-FFF2-40B4-BE49-F238E27FC236}">
                <a16:creationId xmlns:a16="http://schemas.microsoft.com/office/drawing/2014/main" id="{84FEEC3B-C944-59BE-C642-0AF53F98D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295650"/>
            <a:ext cx="3122612" cy="312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Picture 11" descr="1247">
            <a:extLst>
              <a:ext uri="{FF2B5EF4-FFF2-40B4-BE49-F238E27FC236}">
                <a16:creationId xmlns:a16="http://schemas.microsoft.com/office/drawing/2014/main" id="{E2C7C51E-3059-7834-F869-05663FBFB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25" y="3235325"/>
            <a:ext cx="3114675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EECC4BC-EB0D-4980-C880-3A421EF61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675" y="1716088"/>
            <a:ext cx="1849438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圖片 1">
            <a:extLst>
              <a:ext uri="{FF2B5EF4-FFF2-40B4-BE49-F238E27FC236}">
                <a16:creationId xmlns:a16="http://schemas.microsoft.com/office/drawing/2014/main" id="{A8A241AB-2BB9-1EB3-A866-08D75F6FD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6877050" cy="669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矩形 4">
            <a:extLst>
              <a:ext uri="{FF2B5EF4-FFF2-40B4-BE49-F238E27FC236}">
                <a16:creationId xmlns:a16="http://schemas.microsoft.com/office/drawing/2014/main" id="{D2A3C1E7-B38B-33DE-AEC1-D3D5E7013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1588"/>
            <a:ext cx="1568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時間</a:t>
            </a:r>
          </a:p>
        </p:txBody>
      </p:sp>
      <p:sp>
        <p:nvSpPr>
          <p:cNvPr id="19461" name="矩形 5">
            <a:extLst>
              <a:ext uri="{FF2B5EF4-FFF2-40B4-BE49-F238E27FC236}">
                <a16:creationId xmlns:a16="http://schemas.microsoft.com/office/drawing/2014/main" id="{A16EDFF7-FEA2-E906-0633-9E66BA6E3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706438"/>
            <a:ext cx="5327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四人小隊在</a:t>
            </a: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臺南</a:t>
            </a:r>
            <a:r>
              <a:rPr lang="zh-TW" altLang="en-US" sz="120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北門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體驗晒鹽後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要到</a:t>
            </a: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臺南火車站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坐火車去</a:t>
            </a: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高雄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玩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9462" name="矩形 9">
            <a:extLst>
              <a:ext uri="{FF2B5EF4-FFF2-40B4-BE49-F238E27FC236}">
                <a16:creationId xmlns:a16="http://schemas.microsoft.com/office/drawing/2014/main" id="{8A5DD51F-4106-54B9-FCA9-4BD1AA51A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838" y="71438"/>
            <a:ext cx="23320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926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他們可以坐哪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班車次的火車到</a:t>
            </a: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高雄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512C11C-0797-DD0F-19DE-9E36DEC0B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1250950"/>
            <a:ext cx="4508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93E5F2E-9913-1F1F-B0F0-EFE553441F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225" y="2998788"/>
            <a:ext cx="44608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E502694-C441-050A-B44A-9042D02CF7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4746625"/>
            <a:ext cx="4540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C2FC9C6-760E-0AC3-C1FC-D0A19CA17A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675" y="3463925"/>
            <a:ext cx="183832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EDEACCF-57B9-DFFD-25B2-9E3DC9306A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038" y="5173663"/>
            <a:ext cx="1843087" cy="114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89E175E9-ADE9-D149-A30E-58B8749E7A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75" y="26988"/>
            <a:ext cx="49688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732A749-6DD6-7B12-35CF-CCA8C1DE7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889000"/>
            <a:ext cx="4127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>
            <a:extLst>
              <a:ext uri="{FF2B5EF4-FFF2-40B4-BE49-F238E27FC236}">
                <a16:creationId xmlns:a16="http://schemas.microsoft.com/office/drawing/2014/main" id="{B1E00EA2-D06F-33FD-5249-13A0B6D0898E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8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時間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活動１ 一日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24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小時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1">
            <a:extLst>
              <a:ext uri="{FF2B5EF4-FFF2-40B4-BE49-F238E27FC236}">
                <a16:creationId xmlns:a16="http://schemas.microsoft.com/office/drawing/2014/main" id="{D0F57A03-711D-749D-F670-48386438A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49213"/>
            <a:ext cx="736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說說看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奇奇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天做了哪些事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9505F13-C1C7-000E-98D7-D8C90B36B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546100"/>
            <a:ext cx="6672262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720C9A5-6A46-5433-0C57-4EF1EDDDC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2138363"/>
            <a:ext cx="6643687" cy="15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4B469E6-EA08-0114-7F15-E97B09768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3729038"/>
            <a:ext cx="6640513" cy="152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B28E072-A819-ACB1-4525-6BDA322C87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38" y="5324475"/>
            <a:ext cx="6592887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0A67034-C914-8AAF-E926-A6C76C44C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922338"/>
            <a:ext cx="18605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凌晨</a:t>
            </a: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</a:t>
            </a: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時在睡</a:t>
            </a:r>
            <a:r>
              <a:rPr lang="zh-TW" altLang="en-US" sz="22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926AF9-71FE-14D4-4D99-8F3D37F51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41588"/>
            <a:ext cx="18605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上午</a:t>
            </a: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吃早餐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19B2B6-E6DD-4F3C-E2B5-E82396CC1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106863"/>
            <a:ext cx="1862137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上午</a:t>
            </a: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在上課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600B5A-B96B-8989-F663-D469A8E3B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288" y="5695950"/>
            <a:ext cx="18605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中午</a:t>
            </a: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吃午餐</a:t>
            </a:r>
          </a:p>
        </p:txBody>
      </p:sp>
      <p:sp>
        <p:nvSpPr>
          <p:cNvPr id="10" name="向下箭號 9">
            <a:extLst>
              <a:ext uri="{FF2B5EF4-FFF2-40B4-BE49-F238E27FC236}">
                <a16:creationId xmlns:a16="http://schemas.microsoft.com/office/drawing/2014/main" id="{5C2FC2C1-AB40-60A0-D71A-A4E19D38FFEC}"/>
              </a:ext>
            </a:extLst>
          </p:cNvPr>
          <p:cNvSpPr/>
          <p:nvPr/>
        </p:nvSpPr>
        <p:spPr>
          <a:xfrm>
            <a:off x="2406650" y="1989138"/>
            <a:ext cx="215900" cy="21590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向下箭號 15">
            <a:extLst>
              <a:ext uri="{FF2B5EF4-FFF2-40B4-BE49-F238E27FC236}">
                <a16:creationId xmlns:a16="http://schemas.microsoft.com/office/drawing/2014/main" id="{C567FC2D-DEB1-7D22-81D6-2591B2BDADFC}"/>
              </a:ext>
            </a:extLst>
          </p:cNvPr>
          <p:cNvSpPr/>
          <p:nvPr/>
        </p:nvSpPr>
        <p:spPr>
          <a:xfrm>
            <a:off x="2406650" y="3586163"/>
            <a:ext cx="215900" cy="21590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7" name="向下箭號 16">
            <a:extLst>
              <a:ext uri="{FF2B5EF4-FFF2-40B4-BE49-F238E27FC236}">
                <a16:creationId xmlns:a16="http://schemas.microsoft.com/office/drawing/2014/main" id="{6A70AB8E-1708-CF89-9809-A10694F7345F}"/>
              </a:ext>
            </a:extLst>
          </p:cNvPr>
          <p:cNvSpPr/>
          <p:nvPr/>
        </p:nvSpPr>
        <p:spPr>
          <a:xfrm>
            <a:off x="2406650" y="5181600"/>
            <a:ext cx="215900" cy="21590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21518" name="圖片 1">
            <a:extLst>
              <a:ext uri="{FF2B5EF4-FFF2-40B4-BE49-F238E27FC236}">
                <a16:creationId xmlns:a16="http://schemas.microsoft.com/office/drawing/2014/main" id="{A1523C11-0456-F765-BD91-79B1A00C9E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119063"/>
            <a:ext cx="44132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0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9C7675B5-C13A-F443-66FE-A9A6F5D62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7463"/>
            <a:ext cx="6694488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E702768-05CD-BE4F-469F-A218AB9F5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1633538"/>
            <a:ext cx="6716713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41E7D42-FB0E-A9B0-6CED-D16F4AE688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3295650"/>
            <a:ext cx="671195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9CF45A20-C4FE-4353-63CE-181AAE1DE7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4957763"/>
            <a:ext cx="6711950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9DDAF83-86F5-BF04-12BF-CAE992E95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400050"/>
            <a:ext cx="18605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下午</a:t>
            </a: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玩球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B6F73B-B40E-5540-DD9F-A6CE12249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175" y="2014538"/>
            <a:ext cx="18605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下午</a:t>
            </a: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寫功課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2FD281-C5BF-D4B8-B0E3-C6B961EAC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175" y="3819525"/>
            <a:ext cx="18605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晚上</a:t>
            </a: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 </a:t>
            </a: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吃晚餐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9735A8-8C2B-41E0-B5BB-311002325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5064125"/>
            <a:ext cx="186055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半夜</a:t>
            </a: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凌晨</a:t>
            </a: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</a:t>
            </a: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在睡</a:t>
            </a:r>
            <a:r>
              <a:rPr lang="zh-TW" altLang="en-US" sz="22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覺</a:t>
            </a:r>
          </a:p>
        </p:txBody>
      </p:sp>
      <p:sp>
        <p:nvSpPr>
          <p:cNvPr id="10" name="向下箭號 9">
            <a:extLst>
              <a:ext uri="{FF2B5EF4-FFF2-40B4-BE49-F238E27FC236}">
                <a16:creationId xmlns:a16="http://schemas.microsoft.com/office/drawing/2014/main" id="{C94AC1AD-EE2C-1C60-C5A0-7927545D371C}"/>
              </a:ext>
            </a:extLst>
          </p:cNvPr>
          <p:cNvSpPr/>
          <p:nvPr/>
        </p:nvSpPr>
        <p:spPr>
          <a:xfrm>
            <a:off x="2425700" y="-100013"/>
            <a:ext cx="215900" cy="215901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向下箭號 15">
            <a:extLst>
              <a:ext uri="{FF2B5EF4-FFF2-40B4-BE49-F238E27FC236}">
                <a16:creationId xmlns:a16="http://schemas.microsoft.com/office/drawing/2014/main" id="{F5FAB3BB-06F0-BACA-6757-4598882DFBC9}"/>
              </a:ext>
            </a:extLst>
          </p:cNvPr>
          <p:cNvSpPr/>
          <p:nvPr/>
        </p:nvSpPr>
        <p:spPr>
          <a:xfrm>
            <a:off x="2425700" y="3125788"/>
            <a:ext cx="215900" cy="21590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7" name="向下箭號 16">
            <a:extLst>
              <a:ext uri="{FF2B5EF4-FFF2-40B4-BE49-F238E27FC236}">
                <a16:creationId xmlns:a16="http://schemas.microsoft.com/office/drawing/2014/main" id="{B1CFC050-DFD9-CB21-A573-4A867DB1FF57}"/>
              </a:ext>
            </a:extLst>
          </p:cNvPr>
          <p:cNvSpPr/>
          <p:nvPr/>
        </p:nvSpPr>
        <p:spPr>
          <a:xfrm>
            <a:off x="2425700" y="4783138"/>
            <a:ext cx="215900" cy="21590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9" name="向下箭號 18">
            <a:extLst>
              <a:ext uri="{FF2B5EF4-FFF2-40B4-BE49-F238E27FC236}">
                <a16:creationId xmlns:a16="http://schemas.microsoft.com/office/drawing/2014/main" id="{739B453A-29CE-1847-F7CE-1F95F106ED49}"/>
              </a:ext>
            </a:extLst>
          </p:cNvPr>
          <p:cNvSpPr/>
          <p:nvPr/>
        </p:nvSpPr>
        <p:spPr>
          <a:xfrm>
            <a:off x="2425700" y="1462088"/>
            <a:ext cx="215900" cy="21590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CDAA10-C8A2-8CAB-D284-C1948F5F3084}"/>
              </a:ext>
            </a:extLst>
          </p:cNvPr>
          <p:cNvSpPr/>
          <p:nvPr/>
        </p:nvSpPr>
        <p:spPr>
          <a:xfrm>
            <a:off x="1692275" y="6423025"/>
            <a:ext cx="45720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TW" altLang="en-US" sz="12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半夜</a:t>
            </a:r>
            <a:r>
              <a:rPr lang="en-US" altLang="zh-TW" sz="12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12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時是</a:t>
            </a:r>
            <a:r>
              <a:rPr lang="zh-TW" altLang="en-US" sz="1200" dirty="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12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天的結束</a:t>
            </a:r>
            <a:r>
              <a:rPr lang="zh-TW" altLang="en-US" sz="105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defRPr/>
            </a:pPr>
            <a:r>
              <a:rPr lang="zh-TW" altLang="en-US" sz="12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也是另</a:t>
            </a:r>
            <a:r>
              <a:rPr lang="zh-TW" altLang="en-US" sz="1200" dirty="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12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天的開始</a:t>
            </a:r>
            <a:r>
              <a:rPr lang="zh-TW" altLang="en-US" sz="1200" dirty="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呵</a:t>
            </a:r>
            <a:r>
              <a:rPr lang="zh-TW" altLang="en-US" sz="1050" dirty="0">
                <a:latin typeface="標楷體" panose="03000509000000000000" pitchFamily="65" charset="-120"/>
                <a:ea typeface="標楷體" panose="03000509000000000000" pitchFamily="65" charset="-120"/>
              </a:rPr>
              <a:t>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0" grpId="0" animBg="1"/>
      <p:bldP spid="16" grpId="0" animBg="1"/>
      <p:bldP spid="17" grpId="0" animBg="1"/>
      <p:bldP spid="19" grpId="0" animBg="1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群組 14">
            <a:extLst>
              <a:ext uri="{FF2B5EF4-FFF2-40B4-BE49-F238E27FC236}">
                <a16:creationId xmlns:a16="http://schemas.microsoft.com/office/drawing/2014/main" id="{1148EABA-45B5-89D8-6005-604188A7683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0"/>
            <a:ext cx="9128125" cy="1682750"/>
            <a:chOff x="-8369498" y="8136"/>
            <a:chExt cx="28248350" cy="5209524"/>
          </a:xfrm>
        </p:grpSpPr>
        <p:pic>
          <p:nvPicPr>
            <p:cNvPr id="23565" name="圖片 3">
              <a:extLst>
                <a:ext uri="{FF2B5EF4-FFF2-40B4-BE49-F238E27FC236}">
                  <a16:creationId xmlns:a16="http://schemas.microsoft.com/office/drawing/2014/main" id="{C11261DF-EAA8-2453-FA42-520701E81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369498" y="8136"/>
              <a:ext cx="14885714" cy="5209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6" name="圖片 10">
              <a:extLst>
                <a:ext uri="{FF2B5EF4-FFF2-40B4-BE49-F238E27FC236}">
                  <a16:creationId xmlns:a16="http://schemas.microsoft.com/office/drawing/2014/main" id="{501387A8-6C6A-74B5-F779-4FD278A0D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7424" y="61429"/>
              <a:ext cx="13371428" cy="51238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圓角矩形圖說文字 18">
            <a:extLst>
              <a:ext uri="{FF2B5EF4-FFF2-40B4-BE49-F238E27FC236}">
                <a16:creationId xmlns:a16="http://schemas.microsoft.com/office/drawing/2014/main" id="{1E534F8A-7D77-EAAD-B8A5-B9A12629B290}"/>
              </a:ext>
            </a:extLst>
          </p:cNvPr>
          <p:cNvSpPr/>
          <p:nvPr/>
        </p:nvSpPr>
        <p:spPr bwMode="auto">
          <a:xfrm>
            <a:off x="20638" y="1828800"/>
            <a:ext cx="2336800" cy="430213"/>
          </a:xfrm>
          <a:prstGeom prst="wedgeRoundRectCallout">
            <a:avLst>
              <a:gd name="adj1" fmla="val -11418"/>
              <a:gd name="adj2" fmla="val -80432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2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天的開始</a:t>
            </a:r>
            <a:r>
              <a:rPr lang="zh-TW" altLang="en-US" sz="2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1818E25-0696-BD6E-1FD2-28492ADA8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05063"/>
            <a:ext cx="43132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拿出時鐘撥撥看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EA0172-C98E-5817-B5B9-C7EBEF519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775" y="2976563"/>
            <a:ext cx="54165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今天凌晨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時到中午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有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時針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轉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了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圈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中午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時到明天凌晨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有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時針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轉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了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圈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22536" name="圖片 24">
            <a:extLst>
              <a:ext uri="{FF2B5EF4-FFF2-40B4-BE49-F238E27FC236}">
                <a16:creationId xmlns:a16="http://schemas.microsoft.com/office/drawing/2014/main" id="{9A6107DE-CF0E-E7C6-3F03-9C1294235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325" y="2705100"/>
            <a:ext cx="2709863" cy="285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635E6C15-DCC1-8D3F-88E5-8C36E86A4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3708400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113215-DAA6-03DB-DC73-65A81364A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1488" y="3708400"/>
            <a:ext cx="6461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圈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BD58088-F7F7-B261-D159-66DCAAC3C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523081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9ED8B4F-B182-0724-D9DE-0DB9DC29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788" y="5230813"/>
            <a:ext cx="646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圈</a:t>
            </a:r>
          </a:p>
        </p:txBody>
      </p:sp>
      <p:pic>
        <p:nvPicPr>
          <p:cNvPr id="15" name="圖片 15">
            <a:extLst>
              <a:ext uri="{FF2B5EF4-FFF2-40B4-BE49-F238E27FC236}">
                <a16:creationId xmlns:a16="http://schemas.microsoft.com/office/drawing/2014/main" id="{1B8075C7-4D58-4DC8-2898-21A519C1E3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3030538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2">
            <a:extLst>
              <a:ext uri="{FF2B5EF4-FFF2-40B4-BE49-F238E27FC236}">
                <a16:creationId xmlns:a16="http://schemas.microsoft.com/office/drawing/2014/main" id="{FA34B0D5-C4DD-DEF0-0F38-1D866EB706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2476500"/>
            <a:ext cx="4460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6" grpId="0"/>
      <p:bldP spid="27" grpId="0"/>
      <p:bldP spid="28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群組 14">
            <a:extLst>
              <a:ext uri="{FF2B5EF4-FFF2-40B4-BE49-F238E27FC236}">
                <a16:creationId xmlns:a16="http://schemas.microsoft.com/office/drawing/2014/main" id="{96BF3F8C-6D90-3F39-79DF-B211E7E192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0"/>
            <a:ext cx="9128125" cy="1682750"/>
            <a:chOff x="-8369498" y="8136"/>
            <a:chExt cx="28248350" cy="5209524"/>
          </a:xfrm>
        </p:grpSpPr>
        <p:pic>
          <p:nvPicPr>
            <p:cNvPr id="24591" name="圖片 3">
              <a:extLst>
                <a:ext uri="{FF2B5EF4-FFF2-40B4-BE49-F238E27FC236}">
                  <a16:creationId xmlns:a16="http://schemas.microsoft.com/office/drawing/2014/main" id="{41BC0ECC-501D-E0B2-925C-1494C51E6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369498" y="8136"/>
              <a:ext cx="14885714" cy="5209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2" name="圖片 10">
              <a:extLst>
                <a:ext uri="{FF2B5EF4-FFF2-40B4-BE49-F238E27FC236}">
                  <a16:creationId xmlns:a16="http://schemas.microsoft.com/office/drawing/2014/main" id="{5CD74AD9-628F-C50A-79CA-83FF7661B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7424" y="61429"/>
              <a:ext cx="13371428" cy="51238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圓角矩形圖說文字 18">
            <a:extLst>
              <a:ext uri="{FF2B5EF4-FFF2-40B4-BE49-F238E27FC236}">
                <a16:creationId xmlns:a16="http://schemas.microsoft.com/office/drawing/2014/main" id="{B34146A6-442D-C452-6823-EFA2FA999688}"/>
              </a:ext>
            </a:extLst>
          </p:cNvPr>
          <p:cNvSpPr/>
          <p:nvPr/>
        </p:nvSpPr>
        <p:spPr bwMode="auto">
          <a:xfrm>
            <a:off x="20638" y="1828800"/>
            <a:ext cx="2336800" cy="430213"/>
          </a:xfrm>
          <a:prstGeom prst="wedgeRoundRectCallout">
            <a:avLst>
              <a:gd name="adj1" fmla="val -11418"/>
              <a:gd name="adj2" fmla="val -80432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2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天的開始</a:t>
            </a:r>
            <a:r>
              <a:rPr lang="zh-TW" altLang="en-US" sz="2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4580" name="矩形 20">
            <a:extLst>
              <a:ext uri="{FF2B5EF4-FFF2-40B4-BE49-F238E27FC236}">
                <a16:creationId xmlns:a16="http://schemas.microsoft.com/office/drawing/2014/main" id="{D359170A-F8DF-9325-B0DF-668EA05DA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05063"/>
            <a:ext cx="43132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拿出時鐘撥撥看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4581" name="矩形 23">
            <a:extLst>
              <a:ext uri="{FF2B5EF4-FFF2-40B4-BE49-F238E27FC236}">
                <a16:creationId xmlns:a16="http://schemas.microsoft.com/office/drawing/2014/main" id="{2C2C01F1-D6DB-9A25-7798-F3D6A5580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775" y="2976563"/>
            <a:ext cx="6340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天有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時針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轉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了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圈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2C754A-0356-CD02-3B23-09608C606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138" y="3357563"/>
            <a:ext cx="6461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圈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28D938A-3C97-8BEE-1D6A-9C1C41B31B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454400"/>
            <a:ext cx="32385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D399E0C-5BAD-9F40-413D-AE8F0D5E3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0" y="3570288"/>
            <a:ext cx="26987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日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小時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2F2CA5-04F9-ECAB-2253-174010FB4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4511675"/>
            <a:ext cx="81645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從今天上午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到明天上午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共經過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也可以說是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日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D468470-5077-2B72-3DB6-A90300DE0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5388" y="5233988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085A540-7299-2B0D-9F9B-3EF010604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288" y="5233988"/>
            <a:ext cx="646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日</a:t>
            </a:r>
          </a:p>
        </p:txBody>
      </p:sp>
      <p:pic>
        <p:nvPicPr>
          <p:cNvPr id="24588" name="圖片 2">
            <a:extLst>
              <a:ext uri="{FF2B5EF4-FFF2-40B4-BE49-F238E27FC236}">
                <a16:creationId xmlns:a16="http://schemas.microsoft.com/office/drawing/2014/main" id="{E3A000C6-D4D5-27CC-AC87-464D19654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2476500"/>
            <a:ext cx="4460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9" name="圖片 16">
            <a:extLst>
              <a:ext uri="{FF2B5EF4-FFF2-40B4-BE49-F238E27FC236}">
                <a16:creationId xmlns:a16="http://schemas.microsoft.com/office/drawing/2014/main" id="{E733341E-75F5-ACF4-537B-EE3EEEDD19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3027363"/>
            <a:ext cx="3667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圖片 5">
            <a:extLst>
              <a:ext uri="{FF2B5EF4-FFF2-40B4-BE49-F238E27FC236}">
                <a16:creationId xmlns:a16="http://schemas.microsoft.com/office/drawing/2014/main" id="{B64E9C15-0B8D-1B54-7303-62274FB089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4567238"/>
            <a:ext cx="3524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  <p:bldP spid="30" grpId="0"/>
      <p:bldP spid="31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群組 14">
            <a:extLst>
              <a:ext uri="{FF2B5EF4-FFF2-40B4-BE49-F238E27FC236}">
                <a16:creationId xmlns:a16="http://schemas.microsoft.com/office/drawing/2014/main" id="{4C5348BB-8C2B-AE5D-1C3B-F4B42929B6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0"/>
            <a:ext cx="9128125" cy="1682750"/>
            <a:chOff x="-8369498" y="8136"/>
            <a:chExt cx="28248350" cy="5209524"/>
          </a:xfrm>
        </p:grpSpPr>
        <p:pic>
          <p:nvPicPr>
            <p:cNvPr id="25615" name="圖片 3">
              <a:extLst>
                <a:ext uri="{FF2B5EF4-FFF2-40B4-BE49-F238E27FC236}">
                  <a16:creationId xmlns:a16="http://schemas.microsoft.com/office/drawing/2014/main" id="{51109FFC-95EA-E79D-0319-4AB6F86BB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369498" y="8136"/>
              <a:ext cx="14885714" cy="5209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6" name="圖片 10">
              <a:extLst>
                <a:ext uri="{FF2B5EF4-FFF2-40B4-BE49-F238E27FC236}">
                  <a16:creationId xmlns:a16="http://schemas.microsoft.com/office/drawing/2014/main" id="{48AC4280-C823-08B1-0FA7-C15A3F14E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7424" y="61429"/>
              <a:ext cx="13371428" cy="51238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圓角矩形圖說文字 18">
            <a:extLst>
              <a:ext uri="{FF2B5EF4-FFF2-40B4-BE49-F238E27FC236}">
                <a16:creationId xmlns:a16="http://schemas.microsoft.com/office/drawing/2014/main" id="{6A691B0A-85EA-0431-58E1-7871DEF0896C}"/>
              </a:ext>
            </a:extLst>
          </p:cNvPr>
          <p:cNvSpPr/>
          <p:nvPr/>
        </p:nvSpPr>
        <p:spPr bwMode="auto">
          <a:xfrm>
            <a:off x="5292725" y="1824038"/>
            <a:ext cx="3851275" cy="744537"/>
          </a:xfrm>
          <a:prstGeom prst="wedgeRoundRectCallout">
            <a:avLst>
              <a:gd name="adj1" fmla="val 25712"/>
              <a:gd name="adj2" fmla="val -70110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今天的</a:t>
            </a:r>
            <a:r>
              <a:rPr lang="en-US" altLang="zh-TW" sz="22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24</a:t>
            </a: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也就是明天的</a:t>
            </a:r>
            <a:r>
              <a:rPr lang="en-US" altLang="zh-TW" sz="22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 </a:t>
            </a: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B75EC15-3809-43BA-EECF-0E0F5D822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1917700"/>
            <a:ext cx="37750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回答下面問題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C828CC-6364-870B-02A8-02F877F47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2794000"/>
            <a:ext cx="64944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下午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時制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麼表示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A3046E-EBE6-05B8-59BB-C967CF27D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450" y="3168650"/>
            <a:ext cx="2236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00)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4830EF0-BE52-DBED-8788-41EC04250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4021138"/>
            <a:ext cx="1262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下午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11245E-AFEB-392B-2071-4EBCE4696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024313"/>
            <a:ext cx="5724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 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 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時制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麼表示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grpSp>
        <p:nvGrpSpPr>
          <p:cNvPr id="14" name="群組 16">
            <a:extLst>
              <a:ext uri="{FF2B5EF4-FFF2-40B4-BE49-F238E27FC236}">
                <a16:creationId xmlns:a16="http://schemas.microsoft.com/office/drawing/2014/main" id="{2F13C3D0-266A-4716-DE09-E3431C95F2A6}"/>
              </a:ext>
            </a:extLst>
          </p:cNvPr>
          <p:cNvGrpSpPr>
            <a:grpSpLocks/>
          </p:cNvGrpSpPr>
          <p:nvPr/>
        </p:nvGrpSpPr>
        <p:grpSpPr bwMode="auto">
          <a:xfrm>
            <a:off x="3697288" y="2339975"/>
            <a:ext cx="1595437" cy="482600"/>
            <a:chOff x="6722457" y="1658256"/>
            <a:chExt cx="2064210" cy="652081"/>
          </a:xfrm>
        </p:grpSpPr>
        <p:pic>
          <p:nvPicPr>
            <p:cNvPr id="25613" name="Picture 14">
              <a:extLst>
                <a:ext uri="{FF2B5EF4-FFF2-40B4-BE49-F238E27FC236}">
                  <a16:creationId xmlns:a16="http://schemas.microsoft.com/office/drawing/2014/main" id="{14CBDB82-9ED3-09D8-9151-064C005A43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4" name="矩形 1">
              <a:extLst>
                <a:ext uri="{FF2B5EF4-FFF2-40B4-BE49-F238E27FC236}">
                  <a16:creationId xmlns:a16="http://schemas.microsoft.com/office/drawing/2014/main" id="{8F9FF844-0585-8838-8595-62EC08FFA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2064210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lang="zh-TW" altLang="en-US" sz="5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21</a:t>
              </a:r>
              <a:endParaRPr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2" name="圖片 15">
            <a:extLst>
              <a:ext uri="{FF2B5EF4-FFF2-40B4-BE49-F238E27FC236}">
                <a16:creationId xmlns:a16="http://schemas.microsoft.com/office/drawing/2014/main" id="{4105B3F5-F226-A179-3508-87D3F70E8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2794000"/>
            <a:ext cx="36671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圖片 16">
            <a:extLst>
              <a:ext uri="{FF2B5EF4-FFF2-40B4-BE49-F238E27FC236}">
                <a16:creationId xmlns:a16="http://schemas.microsoft.com/office/drawing/2014/main" id="{9810616E-91F2-886E-7DDB-99813FB5A2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4071938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圖片 3">
            <a:extLst>
              <a:ext uri="{FF2B5EF4-FFF2-40B4-BE49-F238E27FC236}">
                <a16:creationId xmlns:a16="http://schemas.microsoft.com/office/drawing/2014/main" id="{8B6C8956-BC73-1680-7164-8487FBF422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1971675"/>
            <a:ext cx="43656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4" grpId="0"/>
      <p:bldP spid="26" grpId="0"/>
      <p:bldP spid="27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群組 14">
            <a:extLst>
              <a:ext uri="{FF2B5EF4-FFF2-40B4-BE49-F238E27FC236}">
                <a16:creationId xmlns:a16="http://schemas.microsoft.com/office/drawing/2014/main" id="{CF8F8DA4-0FB9-5EDD-4E21-1011E53E7FF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0"/>
            <a:ext cx="9128125" cy="1682750"/>
            <a:chOff x="-8369498" y="8136"/>
            <a:chExt cx="28248350" cy="5209524"/>
          </a:xfrm>
        </p:grpSpPr>
        <p:pic>
          <p:nvPicPr>
            <p:cNvPr id="26641" name="圖片 3">
              <a:extLst>
                <a:ext uri="{FF2B5EF4-FFF2-40B4-BE49-F238E27FC236}">
                  <a16:creationId xmlns:a16="http://schemas.microsoft.com/office/drawing/2014/main" id="{B2AC3FFE-B501-6E16-052C-5D7C03AEA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369498" y="8136"/>
              <a:ext cx="14885714" cy="5209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42" name="圖片 10">
              <a:extLst>
                <a:ext uri="{FF2B5EF4-FFF2-40B4-BE49-F238E27FC236}">
                  <a16:creationId xmlns:a16="http://schemas.microsoft.com/office/drawing/2014/main" id="{9B502673-967B-E079-4B16-B413E2AB7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7424" y="61429"/>
              <a:ext cx="13371428" cy="51238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27" name="矩形 29">
            <a:extLst>
              <a:ext uri="{FF2B5EF4-FFF2-40B4-BE49-F238E27FC236}">
                <a16:creationId xmlns:a16="http://schemas.microsoft.com/office/drawing/2014/main" id="{6BC54563-BD30-5EB8-43D4-2855188CD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50" y="2640013"/>
            <a:ext cx="82629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上午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」、「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下午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在數字鐘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zh-TW" altLang="en-US" sz="240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麼顯示的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1BFBF13-5D07-5E65-7673-0E152251B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602038"/>
            <a:ext cx="4289425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8042A70-FE94-0F3E-700A-B1D3AEC751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3590925"/>
            <a:ext cx="4300537" cy="184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72126C9-4879-D0D2-97C6-9D4354B84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3632200"/>
            <a:ext cx="2492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上午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endParaRPr lang="zh-TW" altLang="en-US" sz="2400"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2E28D2-73DB-059D-2248-FA49C24AA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6725" y="3605213"/>
            <a:ext cx="2493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下午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endParaRPr lang="zh-TW" altLang="en-US" sz="2400"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2391AE-C699-19E7-A03B-F35C37A75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496570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TW" altLang="en-US" sz="1800">
                <a:solidFill>
                  <a:srgbClr val="FF33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時制</a:t>
            </a:r>
            <a:endParaRPr lang="zh-TW" altLang="en-US" sz="18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A5DD8B-6796-D9FF-CD31-E35080914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96570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00B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TW" altLang="en-US" sz="1800">
                <a:solidFill>
                  <a:srgbClr val="00B3FF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時制</a:t>
            </a:r>
            <a:endParaRPr lang="zh-TW" altLang="en-US" sz="18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3D1F3FA-D492-CC42-0135-D5868AAA0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496570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TW" altLang="en-US" sz="1800">
                <a:solidFill>
                  <a:srgbClr val="FF33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時制</a:t>
            </a:r>
            <a:endParaRPr lang="zh-TW" altLang="en-US" sz="18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A054955-1F3D-933C-7E1A-FA2D051C1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4965700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00B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TW" altLang="en-US" sz="1800">
                <a:solidFill>
                  <a:srgbClr val="00B3FF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時制</a:t>
            </a:r>
            <a:endParaRPr lang="zh-TW" altLang="en-US" sz="18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7DDC1921-EDC8-65DA-4670-534A11D753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5586413"/>
            <a:ext cx="9012237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FB72CEC-E5FF-35AB-FE66-D12FDE97E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3" y="5700713"/>
            <a:ext cx="9028112" cy="80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中午</a:t>
            </a:r>
            <a:r>
              <a:rPr lang="en-US" altLang="zh-TW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時以前稱</a:t>
            </a:r>
            <a:r>
              <a:rPr lang="zh-TW" altLang="en-US" sz="23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為</a:t>
            </a:r>
            <a:r>
              <a:rPr lang="zh-TW" altLang="en-US" sz="230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上午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</a:t>
            </a:r>
            <a:r>
              <a:rPr lang="en-US" altLang="zh-TW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AM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表示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例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30AM</a:t>
            </a:r>
            <a:endParaRPr lang="zh-TW" altLang="en-US" sz="23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中午</a:t>
            </a:r>
            <a:r>
              <a:rPr lang="en-US" altLang="zh-TW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時以後稱</a:t>
            </a:r>
            <a:r>
              <a:rPr lang="zh-TW" altLang="en-US" sz="23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為</a:t>
            </a:r>
            <a:r>
              <a:rPr lang="zh-TW" altLang="en-US" sz="230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下午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</a:t>
            </a:r>
            <a:r>
              <a:rPr lang="en-US" altLang="zh-TW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PM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表示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例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3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30PM</a:t>
            </a:r>
            <a:endParaRPr lang="zh-TW" altLang="en-US" sz="23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638" name="矩形 32">
            <a:extLst>
              <a:ext uri="{FF2B5EF4-FFF2-40B4-BE49-F238E27FC236}">
                <a16:creationId xmlns:a16="http://schemas.microsoft.com/office/drawing/2014/main" id="{51E01F3C-5489-D049-C512-7B36E10AB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1917700"/>
            <a:ext cx="37750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回答下面問題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6639" name="圖片 3">
            <a:extLst>
              <a:ext uri="{FF2B5EF4-FFF2-40B4-BE49-F238E27FC236}">
                <a16:creationId xmlns:a16="http://schemas.microsoft.com/office/drawing/2014/main" id="{BB57C9E2-D91B-B999-3D77-BE6CA643A8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1971675"/>
            <a:ext cx="43656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0" name="圖片 5">
            <a:extLst>
              <a:ext uri="{FF2B5EF4-FFF2-40B4-BE49-F238E27FC236}">
                <a16:creationId xmlns:a16="http://schemas.microsoft.com/office/drawing/2014/main" id="{8D1DD420-847C-205E-808B-F1C9AFB717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628900"/>
            <a:ext cx="3524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25" grpId="0"/>
      <p:bldP spid="31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圖片 1">
            <a:extLst>
              <a:ext uri="{FF2B5EF4-FFF2-40B4-BE49-F238E27FC236}">
                <a16:creationId xmlns:a16="http://schemas.microsoft.com/office/drawing/2014/main" id="{35DF871D-2F1C-5AE9-7B60-6E85753FE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矩形 41">
            <a:extLst>
              <a:ext uri="{FF2B5EF4-FFF2-40B4-BE49-F238E27FC236}">
                <a16:creationId xmlns:a16="http://schemas.microsoft.com/office/drawing/2014/main" id="{27ED2AFB-DAF8-876B-25C3-DAA0980C9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836613"/>
            <a:ext cx="8083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完成下面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時制</a:t>
            </a: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24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時制的互換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40FDCAB-068A-18EB-75C8-9041EB2C327D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700213"/>
          <a:ext cx="8280400" cy="208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4575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4" marR="91434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4" marR="91434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4" marR="91434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4" marR="91434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4575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4" marR="91434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4" marR="91434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4" marR="91434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4" marR="91434"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669" name="矩形 13">
            <a:extLst>
              <a:ext uri="{FF2B5EF4-FFF2-40B4-BE49-F238E27FC236}">
                <a16:creationId xmlns:a16="http://schemas.microsoft.com/office/drawing/2014/main" id="{BE5FDEC0-C197-84F9-F120-E88355817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3" y="1968500"/>
            <a:ext cx="1711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時制</a:t>
            </a:r>
          </a:p>
        </p:txBody>
      </p:sp>
      <p:sp>
        <p:nvSpPr>
          <p:cNvPr id="27670" name="矩形 14">
            <a:extLst>
              <a:ext uri="{FF2B5EF4-FFF2-40B4-BE49-F238E27FC236}">
                <a16:creationId xmlns:a16="http://schemas.microsoft.com/office/drawing/2014/main" id="{8EE36C2C-FA65-A801-4F7D-4CF285FC5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3" y="2976563"/>
            <a:ext cx="1711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24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時制</a:t>
            </a:r>
          </a:p>
        </p:txBody>
      </p:sp>
      <p:sp>
        <p:nvSpPr>
          <p:cNvPr id="27671" name="矩形 15">
            <a:extLst>
              <a:ext uri="{FF2B5EF4-FFF2-40B4-BE49-F238E27FC236}">
                <a16:creationId xmlns:a16="http://schemas.microsoft.com/office/drawing/2014/main" id="{A26B860F-94E6-7B0B-F04D-E8886D7C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1968500"/>
            <a:ext cx="215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下午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時</a:t>
            </a:r>
          </a:p>
        </p:txBody>
      </p:sp>
      <p:sp>
        <p:nvSpPr>
          <p:cNvPr id="27672" name="矩形 16">
            <a:extLst>
              <a:ext uri="{FF2B5EF4-FFF2-40B4-BE49-F238E27FC236}">
                <a16:creationId xmlns:a16="http://schemas.microsoft.com/office/drawing/2014/main" id="{01C15D53-1981-9A83-B485-6B88688BD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976563"/>
            <a:ext cx="10826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00</a:t>
            </a:r>
            <a:endParaRPr lang="zh-TW" altLang="en-US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27673" name="矩形 47">
            <a:extLst>
              <a:ext uri="{FF2B5EF4-FFF2-40B4-BE49-F238E27FC236}">
                <a16:creationId xmlns:a16="http://schemas.microsoft.com/office/drawing/2014/main" id="{FD97F180-9D7A-807B-E39D-5E5F5B9EB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976563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23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50</a:t>
            </a:r>
            <a:endParaRPr lang="zh-TW" altLang="en-US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5B23602-B0B5-5F68-03BA-752B22BB4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1998663"/>
            <a:ext cx="1260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上午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FAF74E8-0952-3482-E836-4991B3CA7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040063"/>
            <a:ext cx="2012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16:00(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AB85F3F-9C95-54ED-D25F-DF8505258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1998663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下午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1">
            <a:extLst>
              <a:ext uri="{FF2B5EF4-FFF2-40B4-BE49-F238E27FC236}">
                <a16:creationId xmlns:a16="http://schemas.microsoft.com/office/drawing/2014/main" id="{54489378-4B1C-B76C-828C-3B0B49136B7E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8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時間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活動２時、分和秒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1">
            <a:extLst>
              <a:ext uri="{FF2B5EF4-FFF2-40B4-BE49-F238E27FC236}">
                <a16:creationId xmlns:a16="http://schemas.microsoft.com/office/drawing/2014/main" id="{6CD62AD8-46A8-80D2-3CBE-CAFA991C9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78359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卡通節目從下午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en-US" altLang="zh-TW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時開始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播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放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到下午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6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en-US" altLang="zh-TW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時結束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共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播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了多久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29699" name="矩形 3">
            <a:extLst>
              <a:ext uri="{FF2B5EF4-FFF2-40B4-BE49-F238E27FC236}">
                <a16:creationId xmlns:a16="http://schemas.microsoft.com/office/drawing/2014/main" id="{B507702A-455C-55D1-88E7-1D3098327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1030288"/>
            <a:ext cx="3724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拿出時鐘撥撥看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140D7DC-B441-92DB-F6DB-0AD6437B2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708150"/>
            <a:ext cx="2087563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FD3E8EA-0DBE-E870-FF81-D7E07664F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350" y="1692275"/>
            <a:ext cx="2117725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向下箭號 17">
            <a:extLst>
              <a:ext uri="{FF2B5EF4-FFF2-40B4-BE49-F238E27FC236}">
                <a16:creationId xmlns:a16="http://schemas.microsoft.com/office/drawing/2014/main" id="{E7909DB6-CE11-4376-9435-997FF0E1F54E}"/>
              </a:ext>
            </a:extLst>
          </p:cNvPr>
          <p:cNvSpPr/>
          <p:nvPr/>
        </p:nvSpPr>
        <p:spPr>
          <a:xfrm rot="16200000">
            <a:off x="4166394" y="2570957"/>
            <a:ext cx="323850" cy="354012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6730AB1C-1709-F63B-A267-A03C6B9DE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4718050"/>
            <a:ext cx="739775" cy="129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69D9DD10-312D-FE32-3D2B-80D1E13881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138" y="4662488"/>
            <a:ext cx="1014412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圓角矩形圖說文字 20">
            <a:extLst>
              <a:ext uri="{FF2B5EF4-FFF2-40B4-BE49-F238E27FC236}">
                <a16:creationId xmlns:a16="http://schemas.microsoft.com/office/drawing/2014/main" id="{43700C61-A45F-C1F0-6051-D3FA9457A32A}"/>
              </a:ext>
            </a:extLst>
          </p:cNvPr>
          <p:cNvSpPr/>
          <p:nvPr/>
        </p:nvSpPr>
        <p:spPr bwMode="auto">
          <a:xfrm>
            <a:off x="915988" y="3851275"/>
            <a:ext cx="3440112" cy="1603375"/>
          </a:xfrm>
          <a:prstGeom prst="wedgeRoundRectCallout">
            <a:avLst>
              <a:gd name="adj1" fmla="val -53015"/>
              <a:gd name="adj2" fmla="val 40246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時針從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走到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走了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大格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2" name="圓角矩形圖說文字 21">
            <a:extLst>
              <a:ext uri="{FF2B5EF4-FFF2-40B4-BE49-F238E27FC236}">
                <a16:creationId xmlns:a16="http://schemas.microsoft.com/office/drawing/2014/main" id="{C6E408CD-B6F0-DF0E-DBBA-92BD6C169C30}"/>
              </a:ext>
            </a:extLst>
          </p:cNvPr>
          <p:cNvSpPr/>
          <p:nvPr/>
        </p:nvSpPr>
        <p:spPr bwMode="auto">
          <a:xfrm>
            <a:off x="4430713" y="3860800"/>
            <a:ext cx="3579812" cy="1603375"/>
          </a:xfrm>
          <a:prstGeom prst="wedgeRoundRectCallout">
            <a:avLst>
              <a:gd name="adj1" fmla="val 54216"/>
              <a:gd name="adj2" fmla="val 38647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分針剛好走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圈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共走了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60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小格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所以是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60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E2A42955-E17E-67E7-0DFC-56D6990F60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063" y="5826125"/>
            <a:ext cx="3240087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133F8BAC-758B-EA14-4300-A94599D9C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425" y="5975350"/>
            <a:ext cx="32369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分鐘</a:t>
            </a:r>
          </a:p>
        </p:txBody>
      </p:sp>
      <p:pic>
        <p:nvPicPr>
          <p:cNvPr id="29709" name="圖片 1">
            <a:extLst>
              <a:ext uri="{FF2B5EF4-FFF2-40B4-BE49-F238E27FC236}">
                <a16:creationId xmlns:a16="http://schemas.microsoft.com/office/drawing/2014/main" id="{FAF7DEBF-E142-745E-53FA-ECC7FC7F04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101600"/>
            <a:ext cx="4413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矩形 1">
            <a:extLst>
              <a:ext uri="{FF2B5EF4-FFF2-40B4-BE49-F238E27FC236}">
                <a16:creationId xmlns:a16="http://schemas.microsoft.com/office/drawing/2014/main" id="{244F1B21-A324-4629-08DA-AF4702D24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74041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媽</a:t>
            </a:r>
            <a:r>
              <a:rPr lang="zh-TW" altLang="en-US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媽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做吐司花了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小時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也可以說是</a:t>
            </a:r>
            <a:r>
              <a:rPr lang="zh-TW" altLang="en-US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35691F-E9D9-6886-B4C5-2C0833A3C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92388"/>
            <a:ext cx="457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TW" sz="2400">
                <a:solidFill>
                  <a:srgbClr val="004D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004D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  <a:endParaRPr lang="zh-TW" altLang="en-US" sz="2000">
              <a:solidFill>
                <a:srgbClr val="00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CDFDE5-C285-562F-A884-9BF4B05D5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213100"/>
            <a:ext cx="203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endParaRPr lang="zh-TW" altLang="en-US" sz="2400">
              <a:solidFill>
                <a:srgbClr val="00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5B99AB-326A-0E07-7438-5D4BE0D76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592388"/>
            <a:ext cx="2954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小時是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240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AF1D952-D9F7-CD87-3273-1637289A8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0" y="1039813"/>
            <a:ext cx="1593850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圓角矩形圖說文字 24">
            <a:extLst>
              <a:ext uri="{FF2B5EF4-FFF2-40B4-BE49-F238E27FC236}">
                <a16:creationId xmlns:a16="http://schemas.microsoft.com/office/drawing/2014/main" id="{9FAE4E22-8307-85BC-5A33-B4D8134D4C1E}"/>
              </a:ext>
            </a:extLst>
          </p:cNvPr>
          <p:cNvSpPr/>
          <p:nvPr/>
        </p:nvSpPr>
        <p:spPr bwMode="auto">
          <a:xfrm>
            <a:off x="3155950" y="1327150"/>
            <a:ext cx="3457575" cy="666750"/>
          </a:xfrm>
          <a:prstGeom prst="wedgeRoundRectCallout">
            <a:avLst>
              <a:gd name="adj1" fmla="val 58972"/>
              <a:gd name="adj2" fmla="val 33707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6D6A38-93AD-2D8E-500B-CA8A2BA2F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75" y="5876925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255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</a:p>
        </p:txBody>
      </p:sp>
      <p:pic>
        <p:nvPicPr>
          <p:cNvPr id="30729" name="圖片 2">
            <a:extLst>
              <a:ext uri="{FF2B5EF4-FFF2-40B4-BE49-F238E27FC236}">
                <a16:creationId xmlns:a16="http://schemas.microsoft.com/office/drawing/2014/main" id="{4E26FACD-D2F2-10A5-DB59-3B01BA88A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80963"/>
            <a:ext cx="44608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25" grpId="0" animBg="1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1">
            <a:extLst>
              <a:ext uri="{FF2B5EF4-FFF2-40B4-BE49-F238E27FC236}">
                <a16:creationId xmlns:a16="http://schemas.microsoft.com/office/drawing/2014/main" id="{8A9E90C1-E3ED-735B-FF5A-FF86F5A77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412162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</a:t>
            </a: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臺北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到</a:t>
            </a: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苗栗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搭客運需要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小時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搭自強號火車需要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搭哪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種交通工具花的時間比較短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34A6A4-2C44-78D7-99EE-EBE16FD81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676400"/>
            <a:ext cx="4572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110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分鐘＞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95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  <a:endParaRPr lang="en-US" altLang="zh-TW">
              <a:solidFill>
                <a:srgbClr val="FF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分鐘＞</a:t>
            </a:r>
            <a:r>
              <a:rPr lang="en-US" altLang="zh-TW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95</a:t>
            </a: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33A994-0FF0-34CB-4C4F-917E62376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373688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答：搭自強號火車</a:t>
            </a: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1749" name="圖片 3">
            <a:extLst>
              <a:ext uri="{FF2B5EF4-FFF2-40B4-BE49-F238E27FC236}">
                <a16:creationId xmlns:a16="http://schemas.microsoft.com/office/drawing/2014/main" id="{22F1FBFB-649A-E640-4914-B1A3C3A62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" y="112713"/>
            <a:ext cx="436562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1">
            <a:extLst>
              <a:ext uri="{FF2B5EF4-FFF2-40B4-BE49-F238E27FC236}">
                <a16:creationId xmlns:a16="http://schemas.microsoft.com/office/drawing/2014/main" id="{ADAFDCF7-C8B6-631D-E46F-54FB46F37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412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跨年晚會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2771" name="矩形 2">
            <a:extLst>
              <a:ext uri="{FF2B5EF4-FFF2-40B4-BE49-F238E27FC236}">
                <a16:creationId xmlns:a16="http://schemas.microsoft.com/office/drawing/2014/main" id="{21B2FE7D-6D96-E87D-F3FD-5889D465D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08000"/>
            <a:ext cx="5929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你知道他們在做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>
                <a:latin typeface="Arial" panose="020B0604020202020204" pitchFamily="34" charset="0"/>
              </a:rPr>
              <a:t>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51E0E52-113F-901C-9463-88843DEE9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1027113"/>
            <a:ext cx="8415337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AD49224-A6B5-54E6-62F7-52C6DC650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333500"/>
            <a:ext cx="24114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新年快樂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8A64F5-E284-23D8-E146-D98329922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2401888"/>
            <a:ext cx="25320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他們在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倒數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計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」，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迎接新的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年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F597E9-CBBD-76A9-9546-68ED43F9E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4843463"/>
            <a:ext cx="7545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看著鐘面說說看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秒針在哪裡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FBD8DE5-FB33-1AD7-BD1F-AA5758A3C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5367338"/>
            <a:ext cx="1471613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A4587F0-A934-396D-3781-B9D16A2CC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5373688"/>
            <a:ext cx="6840537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BE093B3-1ABE-309C-DD69-DE7B731E9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5526088"/>
            <a:ext cx="6562725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秒針是鐘面上走動最快的指針</a:t>
            </a:r>
            <a:r>
              <a:rPr lang="zh-TW" altLang="en-US" sz="2400">
                <a:solidFill>
                  <a:srgbClr val="000000"/>
                </a:solidFill>
                <a:latin typeface="DFBiaoKaiShuStd-W5"/>
              </a:rPr>
              <a:t>，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它走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小格的時間就是 </a:t>
            </a:r>
            <a:r>
              <a:rPr lang="en-US" altLang="zh-TW" sz="2400" b="1">
                <a:solidFill>
                  <a:srgbClr val="FF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1</a:t>
            </a:r>
            <a:r>
              <a:rPr lang="zh-TW" altLang="en-US" sz="2400" b="1">
                <a:solidFill>
                  <a:srgbClr val="FF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秒鐘</a:t>
            </a:r>
            <a:r>
              <a:rPr lang="zh-TW" altLang="en-US" sz="2400">
                <a:solidFill>
                  <a:srgbClr val="000000"/>
                </a:solidFill>
                <a:latin typeface="DFBiaoKaiShuStd-W5"/>
              </a:rPr>
              <a:t>。</a:t>
            </a:r>
            <a:endParaRPr lang="zh-TW" altLang="en-US" sz="2400">
              <a:latin typeface="Arial" panose="020B0604020202020204" pitchFamily="34" charset="0"/>
            </a:endParaRPr>
          </a:p>
        </p:txBody>
      </p:sp>
      <p:pic>
        <p:nvPicPr>
          <p:cNvPr id="32779" name="圖片 4">
            <a:extLst>
              <a:ext uri="{FF2B5EF4-FFF2-40B4-BE49-F238E27FC236}">
                <a16:creationId xmlns:a16="http://schemas.microsoft.com/office/drawing/2014/main" id="{EED31067-C513-445F-FC77-F6A57AF5F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123825"/>
            <a:ext cx="46196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矩形 1">
            <a:extLst>
              <a:ext uri="{FF2B5EF4-FFF2-40B4-BE49-F238E27FC236}">
                <a16:creationId xmlns:a16="http://schemas.microsoft.com/office/drawing/2014/main" id="{9410945A-B3ED-1248-0F94-3B06C4B53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654050"/>
            <a:ext cx="84121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秒針走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圈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共走了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小格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秒鐘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分針的位置有改變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3795" name="矩形 1">
            <a:extLst>
              <a:ext uri="{FF2B5EF4-FFF2-40B4-BE49-F238E27FC236}">
                <a16:creationId xmlns:a16="http://schemas.microsoft.com/office/drawing/2014/main" id="{794183DC-8839-C143-B82E-51BD2E1FB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412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看時鐘的秒針來回答問題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F56EA1-783C-8E75-A96A-BA8C4DD19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033463"/>
            <a:ext cx="1150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小格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47D7A5-0800-6119-63DD-747A2B7D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0363" y="1033463"/>
            <a:ext cx="1152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秒鐘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753E4D-909A-036F-C3A4-C8AC2C847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1412875"/>
            <a:ext cx="2592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有，走了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小格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">
            <a:extLst>
              <a:ext uri="{FF2B5EF4-FFF2-40B4-BE49-F238E27FC236}">
                <a16:creationId xmlns:a16="http://schemas.microsoft.com/office/drawing/2014/main" id="{CD722B1D-E9B9-1FF1-83E0-7102F5551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2997200"/>
            <a:ext cx="84121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秒鐘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分鐘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樣久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31D5AFA3-7B48-E9CB-4D51-1775D4CFF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4005263"/>
            <a:ext cx="29527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4893E083-0B93-D088-F9FE-C233356D1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8588" y="3984625"/>
            <a:ext cx="3055937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F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60</a:t>
            </a:r>
            <a:r>
              <a:rPr lang="zh-TW" altLang="en-US" sz="2400">
                <a:solidFill>
                  <a:srgbClr val="FF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秒鐘</a:t>
            </a:r>
            <a:endParaRPr lang="zh-TW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33802" name="群組 16">
            <a:extLst>
              <a:ext uri="{FF2B5EF4-FFF2-40B4-BE49-F238E27FC236}">
                <a16:creationId xmlns:a16="http://schemas.microsoft.com/office/drawing/2014/main" id="{D9FEC158-8D76-A207-D575-F0F4E7FD906D}"/>
              </a:ext>
            </a:extLst>
          </p:cNvPr>
          <p:cNvGrpSpPr>
            <a:grpSpLocks/>
          </p:cNvGrpSpPr>
          <p:nvPr/>
        </p:nvGrpSpPr>
        <p:grpSpPr bwMode="auto">
          <a:xfrm>
            <a:off x="7589838" y="222250"/>
            <a:ext cx="1520825" cy="482600"/>
            <a:chOff x="6722457" y="1658256"/>
            <a:chExt cx="1967833" cy="652081"/>
          </a:xfrm>
        </p:grpSpPr>
        <p:pic>
          <p:nvPicPr>
            <p:cNvPr id="33806" name="Picture 14">
              <a:extLst>
                <a:ext uri="{FF2B5EF4-FFF2-40B4-BE49-F238E27FC236}">
                  <a16:creationId xmlns:a16="http://schemas.microsoft.com/office/drawing/2014/main" id="{F11D1219-0763-0342-8608-885912CA64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07" name="矩形 1">
              <a:extLst>
                <a:ext uri="{FF2B5EF4-FFF2-40B4-BE49-F238E27FC236}">
                  <a16:creationId xmlns:a16="http://schemas.microsoft.com/office/drawing/2014/main" id="{EC6AF956-097C-25A7-C09E-07AF95B0E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22</a:t>
              </a:r>
              <a:endParaRPr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33803" name="圖片 3">
            <a:extLst>
              <a:ext uri="{FF2B5EF4-FFF2-40B4-BE49-F238E27FC236}">
                <a16:creationId xmlns:a16="http://schemas.microsoft.com/office/drawing/2014/main" id="{9DD1108F-D1C4-2560-9249-0D0476F24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3" y="123825"/>
            <a:ext cx="44926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4" name="圖片 15">
            <a:extLst>
              <a:ext uri="{FF2B5EF4-FFF2-40B4-BE49-F238E27FC236}">
                <a16:creationId xmlns:a16="http://schemas.microsoft.com/office/drawing/2014/main" id="{67696F8E-8C65-C848-9BB3-9042FD01A3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720725"/>
            <a:ext cx="36671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圖片 16">
            <a:extLst>
              <a:ext uri="{FF2B5EF4-FFF2-40B4-BE49-F238E27FC236}">
                <a16:creationId xmlns:a16="http://schemas.microsoft.com/office/drawing/2014/main" id="{A083C5BC-A1D0-5BFA-2AE0-6E582522A9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3059113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矩形 1">
            <a:extLst>
              <a:ext uri="{FF2B5EF4-FFF2-40B4-BE49-F238E27FC236}">
                <a16:creationId xmlns:a16="http://schemas.microsoft.com/office/drawing/2014/main" id="{D95D441A-78FD-9B3B-7102-C490C49DA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412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分鐘的時間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你可以完成哪些事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34819" name="圖片 1">
            <a:extLst>
              <a:ext uri="{FF2B5EF4-FFF2-40B4-BE49-F238E27FC236}">
                <a16:creationId xmlns:a16="http://schemas.microsoft.com/office/drawing/2014/main" id="{56C17DF3-29F6-34DD-4B08-5DF926F81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1914525"/>
            <a:ext cx="3640137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圖片 2">
            <a:extLst>
              <a:ext uri="{FF2B5EF4-FFF2-40B4-BE49-F238E27FC236}">
                <a16:creationId xmlns:a16="http://schemas.microsoft.com/office/drawing/2014/main" id="{C085E94D-059A-67F6-07A1-AE0397C13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916113"/>
            <a:ext cx="3673475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矩形 1">
            <a:extLst>
              <a:ext uri="{FF2B5EF4-FFF2-40B4-BE49-F238E27FC236}">
                <a16:creationId xmlns:a16="http://schemas.microsoft.com/office/drawing/2014/main" id="{2621B064-6416-5042-1802-FC2026FB8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388" y="4324350"/>
            <a:ext cx="1366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裝水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822" name="矩形 1">
            <a:extLst>
              <a:ext uri="{FF2B5EF4-FFF2-40B4-BE49-F238E27FC236}">
                <a16:creationId xmlns:a16="http://schemas.microsoft.com/office/drawing/2014/main" id="{21C87C68-3F1E-F95A-5603-3CBD11E20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305300"/>
            <a:ext cx="1587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穿外套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4823" name="圖片 4">
            <a:extLst>
              <a:ext uri="{FF2B5EF4-FFF2-40B4-BE49-F238E27FC236}">
                <a16:creationId xmlns:a16="http://schemas.microsoft.com/office/drawing/2014/main" id="{CFDA53FF-8383-DEE3-6192-C02A2153F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" y="114300"/>
            <a:ext cx="449263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圖片 3">
            <a:extLst>
              <a:ext uri="{FF2B5EF4-FFF2-40B4-BE49-F238E27FC236}">
                <a16:creationId xmlns:a16="http://schemas.microsoft.com/office/drawing/2014/main" id="{B81D341A-947B-BA01-FA30-603B872F4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77788"/>
            <a:ext cx="7489825" cy="678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矩形 1">
            <a:extLst>
              <a:ext uri="{FF2B5EF4-FFF2-40B4-BE49-F238E27FC236}">
                <a16:creationId xmlns:a16="http://schemas.microsoft.com/office/drawing/2014/main" id="{382D589A-B7C6-355A-1D17-03E59A967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544513"/>
            <a:ext cx="67675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小朋友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你記得洗手時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搓手的步驟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87199574-8BEB-1C74-A1DF-FD5CC25E8A2A}"/>
              </a:ext>
            </a:extLst>
          </p:cNvPr>
          <p:cNvGrpSpPr>
            <a:grpSpLocks/>
          </p:cNvGrpSpPr>
          <p:nvPr/>
        </p:nvGrpSpPr>
        <p:grpSpPr bwMode="auto">
          <a:xfrm>
            <a:off x="1036638" y="965200"/>
            <a:ext cx="1860550" cy="2271713"/>
            <a:chOff x="1015558" y="1196753"/>
            <a:chExt cx="1860511" cy="2272124"/>
          </a:xfrm>
        </p:grpSpPr>
        <p:pic>
          <p:nvPicPr>
            <p:cNvPr id="35872" name="圖片 4">
              <a:extLst>
                <a:ext uri="{FF2B5EF4-FFF2-40B4-BE49-F238E27FC236}">
                  <a16:creationId xmlns:a16="http://schemas.microsoft.com/office/drawing/2014/main" id="{E3F47784-DD4F-F3C3-880C-C94FDE4A2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5559" y="1196753"/>
              <a:ext cx="1629185" cy="162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73" name="矩形 9">
              <a:extLst>
                <a:ext uri="{FF2B5EF4-FFF2-40B4-BE49-F238E27FC236}">
                  <a16:creationId xmlns:a16="http://schemas.microsoft.com/office/drawing/2014/main" id="{B8B0AB1D-E486-557F-E9B4-B655B53B6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293" y="2884102"/>
              <a:ext cx="137477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手心相</a:t>
              </a:r>
              <a:endParaRPr lang="en-US" altLang="zh-TW" sz="1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互搓洗</a:t>
              </a: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D5FD7338-CD5F-EBF6-10F4-BA7F02FEF250}"/>
                </a:ext>
              </a:extLst>
            </p:cNvPr>
            <p:cNvSpPr/>
            <p:nvPr/>
          </p:nvSpPr>
          <p:spPr>
            <a:xfrm>
              <a:off x="1015558" y="2919503"/>
              <a:ext cx="539739" cy="53984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rgbClr val="FFFFFF"/>
                  </a:solidFill>
                  <a:latin typeface="書法中楷（注音一）" panose="02010609010101010101" pitchFamily="49" charset="-120"/>
                  <a:ea typeface="書法中楷（注音一）" panose="02010609010101010101" pitchFamily="49" charset="-120"/>
                </a:rPr>
                <a:t>內</a:t>
              </a:r>
              <a:endParaRPr lang="zh-TW" altLang="en-US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endParaRP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635A2216-46F6-97A3-D5A7-E77D385CC25F}"/>
              </a:ext>
            </a:extLst>
          </p:cNvPr>
          <p:cNvGrpSpPr>
            <a:grpSpLocks/>
          </p:cNvGrpSpPr>
          <p:nvPr/>
        </p:nvGrpSpPr>
        <p:grpSpPr bwMode="auto">
          <a:xfrm>
            <a:off x="2863850" y="965200"/>
            <a:ext cx="1860550" cy="2281238"/>
            <a:chOff x="2843743" y="1196753"/>
            <a:chExt cx="1860511" cy="2281978"/>
          </a:xfrm>
        </p:grpSpPr>
        <p:pic>
          <p:nvPicPr>
            <p:cNvPr id="35869" name="圖片 5">
              <a:extLst>
                <a:ext uri="{FF2B5EF4-FFF2-40B4-BE49-F238E27FC236}">
                  <a16:creationId xmlns:a16="http://schemas.microsoft.com/office/drawing/2014/main" id="{A8554613-031B-E6F8-9AFF-70459BA68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0432" y="1196753"/>
              <a:ext cx="1623981" cy="161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70" name="矩形 24">
              <a:extLst>
                <a:ext uri="{FF2B5EF4-FFF2-40B4-BE49-F238E27FC236}">
                  <a16:creationId xmlns:a16="http://schemas.microsoft.com/office/drawing/2014/main" id="{A66FD67C-811F-BEC9-8CA0-00CDD55F7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9478" y="2893956"/>
              <a:ext cx="137477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仔細搓洗手</a:t>
              </a:r>
              <a:r>
                <a:rPr lang="zh-TW" altLang="en-US" sz="1600">
                  <a:latin typeface="書法中楷（破音二）" panose="02010609010101010101" pitchFamily="49" charset="-120"/>
                  <a:ea typeface="書法中楷（破音二）" panose="02010609010101010101" pitchFamily="49" charset="-120"/>
                  <a:cs typeface="Times New Roman" panose="02020603050405020304" pitchFamily="18" charset="0"/>
                </a:rPr>
                <a:t>背</a:t>
              </a: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D2C948E2-C96E-50DA-5344-6C38F5D0E9E9}"/>
                </a:ext>
              </a:extLst>
            </p:cNvPr>
            <p:cNvSpPr/>
            <p:nvPr/>
          </p:nvSpPr>
          <p:spPr>
            <a:xfrm>
              <a:off x="2843743" y="2929278"/>
              <a:ext cx="539739" cy="53992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rgbClr val="FFFFFF"/>
                  </a:solidFill>
                  <a:latin typeface="書法中楷（注音一）" panose="02010609010101010101" pitchFamily="49" charset="-120"/>
                  <a:ea typeface="書法中楷（注音一）" panose="02010609010101010101" pitchFamily="49" charset="-120"/>
                </a:rPr>
                <a:t>外</a:t>
              </a:r>
              <a:endParaRPr lang="zh-TW" altLang="en-US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endParaRPr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65B2B0B6-4527-1F45-CB89-1A9F9CBA25A6}"/>
              </a:ext>
            </a:extLst>
          </p:cNvPr>
          <p:cNvGrpSpPr>
            <a:grpSpLocks/>
          </p:cNvGrpSpPr>
          <p:nvPr/>
        </p:nvGrpSpPr>
        <p:grpSpPr bwMode="auto">
          <a:xfrm>
            <a:off x="4578350" y="965200"/>
            <a:ext cx="2001838" cy="2271713"/>
            <a:chOff x="4557949" y="1196753"/>
            <a:chExt cx="2002295" cy="2272408"/>
          </a:xfrm>
        </p:grpSpPr>
        <p:pic>
          <p:nvPicPr>
            <p:cNvPr id="35866" name="圖片 6">
              <a:extLst>
                <a:ext uri="{FF2B5EF4-FFF2-40B4-BE49-F238E27FC236}">
                  <a16:creationId xmlns:a16="http://schemas.microsoft.com/office/drawing/2014/main" id="{138E1F7C-CF3C-CA32-8116-496344A0A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1342" y="1196753"/>
              <a:ext cx="1629185" cy="161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67" name="矩形 26">
              <a:extLst>
                <a:ext uri="{FF2B5EF4-FFF2-40B4-BE49-F238E27FC236}">
                  <a16:creationId xmlns:a16="http://schemas.microsoft.com/office/drawing/2014/main" id="{067BC4E5-FBA3-2F1C-BE1A-9ED70E851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683" y="2884386"/>
              <a:ext cx="151656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十指交錯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搓洗指</a:t>
              </a:r>
              <a:r>
                <a:rPr lang="zh-TW" altLang="en-US" sz="1600">
                  <a:latin typeface="書法中楷（破音二）" panose="02010609010101010101" pitchFamily="49" charset="-120"/>
                  <a:ea typeface="書法中楷（破音二）" panose="02010609010101010101" pitchFamily="49" charset="-120"/>
                  <a:cs typeface="Times New Roman" panose="02020603050405020304" pitchFamily="18" charset="0"/>
                </a:rPr>
                <a:t>縫</a:t>
              </a: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7E08BF8D-4DAC-7DEE-9ECE-E18B9A74440F}"/>
                </a:ext>
              </a:extLst>
            </p:cNvPr>
            <p:cNvSpPr/>
            <p:nvPr/>
          </p:nvSpPr>
          <p:spPr>
            <a:xfrm>
              <a:off x="4557949" y="2919718"/>
              <a:ext cx="539873" cy="53991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rgbClr val="FFFFFF"/>
                  </a:solidFill>
                  <a:latin typeface="書法中楷（注音一）" panose="02010609010101010101" pitchFamily="49" charset="-120"/>
                  <a:ea typeface="書法中楷（注音一）" panose="02010609010101010101" pitchFamily="49" charset="-120"/>
                </a:rPr>
                <a:t>夾</a:t>
              </a:r>
              <a:endParaRPr lang="zh-TW" altLang="en-US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endParaRP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2918CFA8-253E-6863-685E-1EF083E3F030}"/>
              </a:ext>
            </a:extLst>
          </p:cNvPr>
          <p:cNvGrpSpPr>
            <a:grpSpLocks/>
          </p:cNvGrpSpPr>
          <p:nvPr/>
        </p:nvGrpSpPr>
        <p:grpSpPr bwMode="auto">
          <a:xfrm>
            <a:off x="6475413" y="965200"/>
            <a:ext cx="2003425" cy="2282825"/>
            <a:chOff x="6475928" y="964998"/>
            <a:chExt cx="2002295" cy="2283503"/>
          </a:xfrm>
        </p:grpSpPr>
        <p:pic>
          <p:nvPicPr>
            <p:cNvPr id="35863" name="圖片 7">
              <a:extLst>
                <a:ext uri="{FF2B5EF4-FFF2-40B4-BE49-F238E27FC236}">
                  <a16:creationId xmlns:a16="http://schemas.microsoft.com/office/drawing/2014/main" id="{135E7413-15BF-EA9D-EB0B-535BFE6E5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6772" y="964998"/>
              <a:ext cx="1618775" cy="1608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64" name="矩形 28">
              <a:extLst>
                <a:ext uri="{FF2B5EF4-FFF2-40B4-BE49-F238E27FC236}">
                  <a16:creationId xmlns:a16="http://schemas.microsoft.com/office/drawing/2014/main" id="{2325AEDB-3921-01AD-F505-5171E7843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1662" y="2663726"/>
              <a:ext cx="151656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搓洗弓起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的手指</a:t>
              </a: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D6CE8C67-AE69-81E1-81D2-4A75A4C39603}"/>
                </a:ext>
              </a:extLst>
            </p:cNvPr>
            <p:cNvSpPr/>
            <p:nvPr/>
          </p:nvSpPr>
          <p:spPr>
            <a:xfrm>
              <a:off x="6475928" y="2699063"/>
              <a:ext cx="539446" cy="5399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rgbClr val="FFFFFF"/>
                  </a:solidFill>
                  <a:latin typeface="書法中楷（注音一）" panose="02010609010101010101" pitchFamily="49" charset="-120"/>
                  <a:ea typeface="書法中楷（注音一）" panose="02010609010101010101" pitchFamily="49" charset="-120"/>
                </a:rPr>
                <a:t>弓</a:t>
              </a:r>
              <a:endParaRPr lang="zh-TW" altLang="en-US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endParaRPr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16A119A4-B575-51C3-F6F5-9A7D610DF52A}"/>
              </a:ext>
            </a:extLst>
          </p:cNvPr>
          <p:cNvGrpSpPr>
            <a:grpSpLocks/>
          </p:cNvGrpSpPr>
          <p:nvPr/>
        </p:nvGrpSpPr>
        <p:grpSpPr bwMode="auto">
          <a:xfrm>
            <a:off x="1628775" y="3268663"/>
            <a:ext cx="2001838" cy="2178050"/>
            <a:chOff x="1628955" y="3268247"/>
            <a:chExt cx="2002295" cy="2178967"/>
          </a:xfrm>
        </p:grpSpPr>
        <p:pic>
          <p:nvPicPr>
            <p:cNvPr id="35860" name="圖片 31">
              <a:extLst>
                <a:ext uri="{FF2B5EF4-FFF2-40B4-BE49-F238E27FC236}">
                  <a16:creationId xmlns:a16="http://schemas.microsoft.com/office/drawing/2014/main" id="{7FA3D03B-2D66-7889-EFE6-212B37518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8270" y="3268247"/>
              <a:ext cx="1601764" cy="1608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61" name="矩形 35">
              <a:extLst>
                <a:ext uri="{FF2B5EF4-FFF2-40B4-BE49-F238E27FC236}">
                  <a16:creationId xmlns:a16="http://schemas.microsoft.com/office/drawing/2014/main" id="{0F8FDB61-95D8-D145-C21E-5E0682482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4689" y="4862439"/>
              <a:ext cx="151656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搓洗大拇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指與虎口</a:t>
              </a: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000BE819-6675-3249-11FB-64BC13A0C063}"/>
                </a:ext>
              </a:extLst>
            </p:cNvPr>
            <p:cNvSpPr/>
            <p:nvPr/>
          </p:nvSpPr>
          <p:spPr>
            <a:xfrm>
              <a:off x="1628955" y="4897708"/>
              <a:ext cx="539873" cy="5399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大</a:t>
              </a:r>
              <a:endParaRPr lang="zh-TW" altLang="en-US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endParaRPr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9F7E8890-11B5-37D5-2A9B-8247E6B344D7}"/>
              </a:ext>
            </a:extLst>
          </p:cNvPr>
          <p:cNvGrpSpPr>
            <a:grpSpLocks/>
          </p:cNvGrpSpPr>
          <p:nvPr/>
        </p:nvGrpSpPr>
        <p:grpSpPr bwMode="auto">
          <a:xfrm>
            <a:off x="3643313" y="3254375"/>
            <a:ext cx="2001837" cy="2206625"/>
            <a:chOff x="3642613" y="3254379"/>
            <a:chExt cx="2002295" cy="2207296"/>
          </a:xfrm>
        </p:grpSpPr>
        <p:pic>
          <p:nvPicPr>
            <p:cNvPr id="35857" name="圖片 32">
              <a:extLst>
                <a:ext uri="{FF2B5EF4-FFF2-40B4-BE49-F238E27FC236}">
                  <a16:creationId xmlns:a16="http://schemas.microsoft.com/office/drawing/2014/main" id="{B1DFBE04-7C4F-07A1-5C90-8F57E0968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4726" y="3254379"/>
              <a:ext cx="1601764" cy="1622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8" name="矩形 37">
              <a:extLst>
                <a:ext uri="{FF2B5EF4-FFF2-40B4-BE49-F238E27FC236}">
                  <a16:creationId xmlns:a16="http://schemas.microsoft.com/office/drawing/2014/main" id="{6949CEEB-7C83-0A0B-B729-A6CFD5CC0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347" y="4876900"/>
              <a:ext cx="151656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仔細清洗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指尖</a:t>
              </a:r>
            </a:p>
          </p:txBody>
        </p: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A7913B1E-0EBF-7682-2F42-983EEDCF4F43}"/>
                </a:ext>
              </a:extLst>
            </p:cNvPr>
            <p:cNvSpPr/>
            <p:nvPr/>
          </p:nvSpPr>
          <p:spPr>
            <a:xfrm>
              <a:off x="3642613" y="4912233"/>
              <a:ext cx="539873" cy="5399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rgbClr val="FFFFFF"/>
                  </a:solidFill>
                  <a:latin typeface="書法中楷（注音一）" panose="02010609010101010101" pitchFamily="49" charset="-120"/>
                  <a:ea typeface="書法中楷（注音一）" panose="02010609010101010101" pitchFamily="49" charset="-120"/>
                </a:rPr>
                <a:t>立</a:t>
              </a:r>
              <a:endParaRPr lang="zh-TW" altLang="en-US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endParaRPr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3262E3DA-4592-1926-B4A5-287BA372739A}"/>
              </a:ext>
            </a:extLst>
          </p:cNvPr>
          <p:cNvGrpSpPr>
            <a:grpSpLocks/>
          </p:cNvGrpSpPr>
          <p:nvPr/>
        </p:nvGrpSpPr>
        <p:grpSpPr bwMode="auto">
          <a:xfrm>
            <a:off x="5688013" y="3246438"/>
            <a:ext cx="2001837" cy="2187575"/>
            <a:chOff x="5687998" y="3246211"/>
            <a:chExt cx="2002295" cy="2187197"/>
          </a:xfrm>
        </p:grpSpPr>
        <p:pic>
          <p:nvPicPr>
            <p:cNvPr id="35854" name="圖片 33">
              <a:extLst>
                <a:ext uri="{FF2B5EF4-FFF2-40B4-BE49-F238E27FC236}">
                  <a16:creationId xmlns:a16="http://schemas.microsoft.com/office/drawing/2014/main" id="{4D7209FB-8978-77B9-FADB-8B032D8BA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7998" y="3246211"/>
              <a:ext cx="1601764" cy="1598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5" name="矩形 39">
              <a:extLst>
                <a:ext uri="{FF2B5EF4-FFF2-40B4-BE49-F238E27FC236}">
                  <a16:creationId xmlns:a16="http://schemas.microsoft.com/office/drawing/2014/main" id="{CD906986-49E7-AB68-3F36-CE6B1AA46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3732" y="4848633"/>
              <a:ext cx="151656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手腕</a:t>
              </a:r>
              <a:r>
                <a:rPr lang="zh-TW" altLang="en-US" sz="1600">
                  <a:latin typeface="書法中楷（破音二）" panose="02010609010101010101" pitchFamily="49" charset="-120"/>
                  <a:ea typeface="書法中楷（破音二）" panose="02010609010101010101" pitchFamily="49" charset="-120"/>
                  <a:cs typeface="Times New Roman" panose="02020603050405020304" pitchFamily="18" charset="0"/>
                </a:rPr>
                <a:t>一</a:t>
              </a: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併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TW" altLang="en-US" sz="16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搓洗</a:t>
              </a: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847DFBFA-7652-ACC4-EE52-4E6B8D6EBE07}"/>
                </a:ext>
              </a:extLst>
            </p:cNvPr>
            <p:cNvSpPr/>
            <p:nvPr/>
          </p:nvSpPr>
          <p:spPr>
            <a:xfrm>
              <a:off x="5687998" y="4884228"/>
              <a:ext cx="539873" cy="53965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dirty="0">
                  <a:solidFill>
                    <a:srgbClr val="FFFFFF"/>
                  </a:solidFill>
                  <a:latin typeface="書法中楷（注音一）" panose="02010609010101010101" pitchFamily="49" charset="-120"/>
                  <a:ea typeface="書法中楷（注音一）" panose="02010609010101010101" pitchFamily="49" charset="-120"/>
                </a:rPr>
                <a:t>腕</a:t>
              </a:r>
              <a:endParaRPr lang="zh-TW" altLang="en-US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</a:endParaRPr>
            </a:p>
          </p:txBody>
        </p:sp>
      </p:grpSp>
      <p:sp>
        <p:nvSpPr>
          <p:cNvPr id="42" name="圓角矩形圖說文字 41">
            <a:extLst>
              <a:ext uri="{FF2B5EF4-FFF2-40B4-BE49-F238E27FC236}">
                <a16:creationId xmlns:a16="http://schemas.microsoft.com/office/drawing/2014/main" id="{1E423678-48BC-E51E-A75C-D7F590AAC738}"/>
              </a:ext>
            </a:extLst>
          </p:cNvPr>
          <p:cNvSpPr/>
          <p:nvPr/>
        </p:nvSpPr>
        <p:spPr bwMode="auto">
          <a:xfrm>
            <a:off x="2268538" y="5589588"/>
            <a:ext cx="2771775" cy="860425"/>
          </a:xfrm>
          <a:prstGeom prst="wedgeRoundRectCallout">
            <a:avLst>
              <a:gd name="adj1" fmla="val -56382"/>
              <a:gd name="adj2" fmla="val 7372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正確的洗手大約要  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分鐘。</a:t>
            </a:r>
          </a:p>
        </p:txBody>
      </p:sp>
      <p:pic>
        <p:nvPicPr>
          <p:cNvPr id="51" name="圖片 50">
            <a:extLst>
              <a:ext uri="{FF2B5EF4-FFF2-40B4-BE49-F238E27FC236}">
                <a16:creationId xmlns:a16="http://schemas.microsoft.com/office/drawing/2014/main" id="{FF7D65D2-53E3-FFCE-3DF9-5369BFD1DC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688" y="5756275"/>
            <a:ext cx="79375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圓角矩形圖說文字 52">
            <a:extLst>
              <a:ext uri="{FF2B5EF4-FFF2-40B4-BE49-F238E27FC236}">
                <a16:creationId xmlns:a16="http://schemas.microsoft.com/office/drawing/2014/main" id="{D22B6FFC-0471-763B-BDBC-0A31F683D49A}"/>
              </a:ext>
            </a:extLst>
          </p:cNvPr>
          <p:cNvSpPr/>
          <p:nvPr/>
        </p:nvSpPr>
        <p:spPr bwMode="auto">
          <a:xfrm>
            <a:off x="5505450" y="5559425"/>
            <a:ext cx="1790700" cy="1144588"/>
          </a:xfrm>
          <a:prstGeom prst="wedgeRoundRectCallout">
            <a:avLst>
              <a:gd name="adj1" fmla="val 60869"/>
              <a:gd name="adj2" fmla="val -14288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dirty="0">
                <a:solidFill>
                  <a:schemeClr val="tx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同學默</a:t>
            </a:r>
            <a:r>
              <a:rPr lang="zh-TW" altLang="en-US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數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看誰估得比較準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矩形 1">
            <a:extLst>
              <a:ext uri="{FF2B5EF4-FFF2-40B4-BE49-F238E27FC236}">
                <a16:creationId xmlns:a16="http://schemas.microsoft.com/office/drawing/2014/main" id="{DDA947FB-F798-5EB9-E1CE-7B714BB7F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8" y="-17463"/>
            <a:ext cx="8951912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現在是           時           分            秒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經過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秒鐘後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          時          分          秒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再經過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秒鐘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呢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36867" name="圖片 3">
            <a:extLst>
              <a:ext uri="{FF2B5EF4-FFF2-40B4-BE49-F238E27FC236}">
                <a16:creationId xmlns:a16="http://schemas.microsoft.com/office/drawing/2014/main" id="{7DD09DA7-ABB8-BC79-F542-86413B51C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0"/>
            <a:ext cx="1120775" cy="111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3">
            <a:extLst>
              <a:ext uri="{FF2B5EF4-FFF2-40B4-BE49-F238E27FC236}">
                <a16:creationId xmlns:a16="http://schemas.microsoft.com/office/drawing/2014/main" id="{3B36F589-CDB3-1692-B5C6-1EE2106E0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231775"/>
            <a:ext cx="93662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3">
            <a:extLst>
              <a:ext uri="{FF2B5EF4-FFF2-40B4-BE49-F238E27FC236}">
                <a16:creationId xmlns:a16="http://schemas.microsoft.com/office/drawing/2014/main" id="{B30C19EF-F37E-C592-5C2D-037F2419A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113" y="231775"/>
            <a:ext cx="93662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3">
            <a:extLst>
              <a:ext uri="{FF2B5EF4-FFF2-40B4-BE49-F238E27FC236}">
                <a16:creationId xmlns:a16="http://schemas.microsoft.com/office/drawing/2014/main" id="{5074A813-54CE-6211-F70A-E884C07BD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231775"/>
            <a:ext cx="935038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1" name="Picture 3">
            <a:extLst>
              <a:ext uri="{FF2B5EF4-FFF2-40B4-BE49-F238E27FC236}">
                <a16:creationId xmlns:a16="http://schemas.microsoft.com/office/drawing/2014/main" id="{1F76D0B6-3524-4DE0-7D76-2C254F6F6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1092200"/>
            <a:ext cx="81915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Picture 3">
            <a:extLst>
              <a:ext uri="{FF2B5EF4-FFF2-40B4-BE49-F238E27FC236}">
                <a16:creationId xmlns:a16="http://schemas.microsoft.com/office/drawing/2014/main" id="{D9DC81FA-216C-348C-239B-58AB15355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350" y="1092200"/>
            <a:ext cx="81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Picture 3">
            <a:extLst>
              <a:ext uri="{FF2B5EF4-FFF2-40B4-BE49-F238E27FC236}">
                <a16:creationId xmlns:a16="http://schemas.microsoft.com/office/drawing/2014/main" id="{6B21C81B-8FA0-D10A-ABF5-1F1DD2BBB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1108075"/>
            <a:ext cx="81915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C09E03B-B686-2A94-91D4-2B81AF3B8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813050"/>
            <a:ext cx="93662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5BFB9A1-31EB-BC3E-AAD0-5B50CAF4C0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563" y="2660650"/>
            <a:ext cx="115570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圓角矩形圖說文字 19">
            <a:extLst>
              <a:ext uri="{FF2B5EF4-FFF2-40B4-BE49-F238E27FC236}">
                <a16:creationId xmlns:a16="http://schemas.microsoft.com/office/drawing/2014/main" id="{5D8BEFD8-6502-ADAC-BCD1-1DA8D653AA90}"/>
              </a:ext>
            </a:extLst>
          </p:cNvPr>
          <p:cNvSpPr/>
          <p:nvPr/>
        </p:nvSpPr>
        <p:spPr bwMode="auto">
          <a:xfrm>
            <a:off x="1609725" y="2835275"/>
            <a:ext cx="3987800" cy="1119188"/>
          </a:xfrm>
          <a:prstGeom prst="wedgeRoundRectCallout">
            <a:avLst>
              <a:gd name="adj1" fmla="val -56596"/>
              <a:gd name="adj2" fmla="val -408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25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60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也就是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26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2" name="圓角矩形圖說文字 31">
            <a:extLst>
              <a:ext uri="{FF2B5EF4-FFF2-40B4-BE49-F238E27FC236}">
                <a16:creationId xmlns:a16="http://schemas.microsoft.com/office/drawing/2014/main" id="{9F631DDA-D8F8-1FF8-2F7F-E215196F7F57}"/>
              </a:ext>
            </a:extLst>
          </p:cNvPr>
          <p:cNvSpPr/>
          <p:nvPr/>
        </p:nvSpPr>
        <p:spPr bwMode="auto">
          <a:xfrm>
            <a:off x="5761038" y="3070225"/>
            <a:ext cx="1909762" cy="487363"/>
          </a:xfrm>
          <a:prstGeom prst="wedgeRoundRectCallout">
            <a:avLst>
              <a:gd name="adj1" fmla="val 57940"/>
              <a:gd name="adj2" fmla="val -8667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26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FC74116-709D-2BAA-5B12-4738819852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013" y="4581525"/>
            <a:ext cx="1127125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圓角矩形圖說文字 32">
            <a:extLst>
              <a:ext uri="{FF2B5EF4-FFF2-40B4-BE49-F238E27FC236}">
                <a16:creationId xmlns:a16="http://schemas.microsoft.com/office/drawing/2014/main" id="{30D85BF4-ABDB-FA5B-5925-4C3517BC15B4}"/>
              </a:ext>
            </a:extLst>
          </p:cNvPr>
          <p:cNvSpPr/>
          <p:nvPr/>
        </p:nvSpPr>
        <p:spPr bwMode="auto">
          <a:xfrm>
            <a:off x="1609725" y="4649788"/>
            <a:ext cx="5173663" cy="1022350"/>
          </a:xfrm>
          <a:prstGeom prst="wedgeRoundRectCallout">
            <a:avLst>
              <a:gd name="adj1" fmla="val 54560"/>
              <a:gd name="adj2" fmla="val -7190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26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秒就是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26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 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秒也可以省略</a:t>
            </a:r>
            <a:r>
              <a:rPr lang="zh-TW" altLang="en-US" sz="2400" dirty="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不</a:t>
            </a:r>
            <a:r>
              <a:rPr lang="zh-TW" altLang="en-US" sz="2400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說</a:t>
            </a:r>
            <a:r>
              <a:rPr lang="zh-TW" altLang="en-US" sz="2400" dirty="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呵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B88BE7E-F0C4-00D7-C049-957BFDBD8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271463"/>
            <a:ext cx="3635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F6718F0-799E-B1FB-024C-CCF6183EC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279400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DB38B9D-7ED4-BBFC-CA2E-46AF13BE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475" y="279400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AC3811C-9CE3-660D-0EAD-E6D20A70C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7738" y="1149350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0F55665-48E8-43CA-BC77-028EE4A77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5688" y="115887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F2EECB-368F-5393-3C72-C7A031683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1149350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6886" name="圖片 5">
            <a:extLst>
              <a:ext uri="{FF2B5EF4-FFF2-40B4-BE49-F238E27FC236}">
                <a16:creationId xmlns:a16="http://schemas.microsoft.com/office/drawing/2014/main" id="{668FB3E6-A0B7-15C1-6519-C12F440802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331788"/>
            <a:ext cx="45402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2" grpId="0" animBg="1"/>
      <p:bldP spid="33" grpId="0" animBg="1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8">
            <a:extLst>
              <a:ext uri="{FF2B5EF4-FFF2-40B4-BE49-F238E27FC236}">
                <a16:creationId xmlns:a16="http://schemas.microsoft.com/office/drawing/2014/main" id="{137EC151-F6A3-D2C3-7902-2BBE89129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1011238"/>
            <a:ext cx="3548063" cy="248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91" name="矩形 1">
            <a:extLst>
              <a:ext uri="{FF2B5EF4-FFF2-40B4-BE49-F238E27FC236}">
                <a16:creationId xmlns:a16="http://schemas.microsoft.com/office/drawing/2014/main" id="{AF227E59-BC08-48A6-AB7E-9493B6B06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5550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班捷運要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秒鐘才會進站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也可以說是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5" name="圓角矩形圖說文字 4">
            <a:extLst>
              <a:ext uri="{FF2B5EF4-FFF2-40B4-BE49-F238E27FC236}">
                <a16:creationId xmlns:a16="http://schemas.microsoft.com/office/drawing/2014/main" id="{FE55DF39-B26D-7DAA-65CC-9B78D5AB3C82}"/>
              </a:ext>
            </a:extLst>
          </p:cNvPr>
          <p:cNvSpPr/>
          <p:nvPr/>
        </p:nvSpPr>
        <p:spPr bwMode="auto">
          <a:xfrm>
            <a:off x="4356100" y="2805113"/>
            <a:ext cx="3168650" cy="715962"/>
          </a:xfrm>
          <a:prstGeom prst="wedgeRoundRectCallout">
            <a:avLst>
              <a:gd name="adj1" fmla="val 55849"/>
              <a:gd name="adj2" fmla="val -37176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ECA2BC-4291-0F8B-7FE4-4E71DC836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676400"/>
            <a:ext cx="4572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en-US" altLang="zh-TW" sz="2400">
                <a:solidFill>
                  <a:srgbClr val="FF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180</a:t>
            </a: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</a:t>
            </a: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586009-2932-ECC7-3233-7F52751DF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373688"/>
            <a:ext cx="2376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215</a:t>
            </a: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秒鐘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7895" name="圖片 8">
            <a:extLst>
              <a:ext uri="{FF2B5EF4-FFF2-40B4-BE49-F238E27FC236}">
                <a16:creationId xmlns:a16="http://schemas.microsoft.com/office/drawing/2014/main" id="{2FAB3CC3-601B-923D-2036-3AEB8E777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84138"/>
            <a:ext cx="44926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圖片 1">
            <a:extLst>
              <a:ext uri="{FF2B5EF4-FFF2-40B4-BE49-F238E27FC236}">
                <a16:creationId xmlns:a16="http://schemas.microsoft.com/office/drawing/2014/main" id="{A5532F07-4930-2F49-CA71-3F5E51979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矩形 41">
            <a:extLst>
              <a:ext uri="{FF2B5EF4-FFF2-40B4-BE49-F238E27FC236}">
                <a16:creationId xmlns:a16="http://schemas.microsoft.com/office/drawing/2014/main" id="{E482231A-DF8B-FC08-C8EA-C887AAB08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836613"/>
            <a:ext cx="85645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填入適合的時間單位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日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」。</a:t>
            </a:r>
          </a:p>
        </p:txBody>
      </p:sp>
      <p:pic>
        <p:nvPicPr>
          <p:cNvPr id="38916" name="圖片 2">
            <a:extLst>
              <a:ext uri="{FF2B5EF4-FFF2-40B4-BE49-F238E27FC236}">
                <a16:creationId xmlns:a16="http://schemas.microsoft.com/office/drawing/2014/main" id="{C1932907-24A6-06C3-DEF4-F3193E4F7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132013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圖片 3">
            <a:extLst>
              <a:ext uri="{FF2B5EF4-FFF2-40B4-BE49-F238E27FC236}">
                <a16:creationId xmlns:a16="http://schemas.microsoft.com/office/drawing/2014/main" id="{EF971345-3224-50BF-BC17-E71450CAC1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82888"/>
            <a:ext cx="360362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圖片 4">
            <a:extLst>
              <a:ext uri="{FF2B5EF4-FFF2-40B4-BE49-F238E27FC236}">
                <a16:creationId xmlns:a16="http://schemas.microsoft.com/office/drawing/2014/main" id="{64C6EEF8-439A-9EEC-7984-641BD72D0D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430588"/>
            <a:ext cx="360362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圖片 16">
            <a:extLst>
              <a:ext uri="{FF2B5EF4-FFF2-40B4-BE49-F238E27FC236}">
                <a16:creationId xmlns:a16="http://schemas.microsoft.com/office/drawing/2014/main" id="{C04FA14A-83E9-5BFB-8E52-93082F96CE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076700"/>
            <a:ext cx="3603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0" name="矩形 1">
            <a:extLst>
              <a:ext uri="{FF2B5EF4-FFF2-40B4-BE49-F238E27FC236}">
                <a16:creationId xmlns:a16="http://schemas.microsoft.com/office/drawing/2014/main" id="{E5B42C02-D439-7BED-FAC0-0FF8B8B25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909763"/>
            <a:ext cx="74168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妮妮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唱</a:t>
            </a: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首流行歌要 </a:t>
            </a:r>
            <a:r>
              <a:rPr lang="en-US" altLang="zh-TW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爸</a:t>
            </a:r>
            <a:r>
              <a:rPr lang="zh-TW" altLang="en-US">
                <a:latin typeface="Times New Roman" panose="02020603050405020304" pitchFamily="18" charset="0"/>
                <a:ea typeface="書法中楷（破音二）" panose="02010609010101010101" pitchFamily="49" charset="-120"/>
              </a:rPr>
              <a:t>爸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晚上睡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覺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睡了 </a:t>
            </a:r>
            <a:r>
              <a:rPr lang="en-US" altLang="zh-TW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阿姨出國旅行 </a:t>
            </a:r>
            <a:r>
              <a:rPr lang="en-US" altLang="zh-TW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豆豆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喝</a:t>
            </a:r>
            <a:r>
              <a:rPr lang="zh-TW" altLang="en-US">
                <a:latin typeface="Times New Roman" panose="02020603050405020304" pitchFamily="18" charset="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口水要 </a:t>
            </a:r>
            <a:r>
              <a:rPr lang="en-US" altLang="zh-TW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883F70-D43F-8C99-EBA9-8C922044F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2093913"/>
            <a:ext cx="857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A48FA60-9AC7-0C4C-BD79-0ACCE8488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438" y="2740025"/>
            <a:ext cx="857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1681E3-C795-867C-869F-91F1C83C9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88" y="3381375"/>
            <a:ext cx="503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日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4ECD5B-3E1C-8E12-CEBA-D450D42FC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438" y="3990975"/>
            <a:ext cx="855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秒鐘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8925" name="圖片 21">
            <a:extLst>
              <a:ext uri="{FF2B5EF4-FFF2-40B4-BE49-F238E27FC236}">
                <a16:creationId xmlns:a16="http://schemas.microsoft.com/office/drawing/2014/main" id="{5AF0D796-132B-5DA9-7EE7-6FDB05F426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3938" y="4746625"/>
            <a:ext cx="1595437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圓角矩形圖說文字 22">
            <a:extLst>
              <a:ext uri="{FF2B5EF4-FFF2-40B4-BE49-F238E27FC236}">
                <a16:creationId xmlns:a16="http://schemas.microsoft.com/office/drawing/2014/main" id="{DFB9E264-6F5D-CFD3-4C52-0374122CAF6D}"/>
              </a:ext>
            </a:extLst>
          </p:cNvPr>
          <p:cNvSpPr/>
          <p:nvPr/>
        </p:nvSpPr>
        <p:spPr bwMode="auto">
          <a:xfrm>
            <a:off x="2268538" y="5403850"/>
            <a:ext cx="4751387" cy="715963"/>
          </a:xfrm>
          <a:prstGeom prst="wedgeRoundRectCallout">
            <a:avLst>
              <a:gd name="adj1" fmla="val 55849"/>
              <a:gd name="adj2" fmla="val -37176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每個單位只能填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次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>
            <a:extLst>
              <a:ext uri="{FF2B5EF4-FFF2-40B4-BE49-F238E27FC236}">
                <a16:creationId xmlns:a16="http://schemas.microsoft.com/office/drawing/2014/main" id="{A233AE9C-5001-EE9D-4A8A-CD4113AC5496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8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時間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活動３ 時分的加減計算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1">
            <a:extLst>
              <a:ext uri="{FF2B5EF4-FFF2-40B4-BE49-F238E27FC236}">
                <a16:creationId xmlns:a16="http://schemas.microsoft.com/office/drawing/2014/main" id="{6FD57C29-FA3E-1906-2B73-5766D75C7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412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海洋公園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0963" name="圖片 1">
            <a:extLst>
              <a:ext uri="{FF2B5EF4-FFF2-40B4-BE49-F238E27FC236}">
                <a16:creationId xmlns:a16="http://schemas.microsoft.com/office/drawing/2014/main" id="{BE925135-A924-0F91-4053-C8E893FF6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93663"/>
            <a:ext cx="44132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圖片 15">
            <a:extLst>
              <a:ext uri="{FF2B5EF4-FFF2-40B4-BE49-F238E27FC236}">
                <a16:creationId xmlns:a16="http://schemas.microsoft.com/office/drawing/2014/main" id="{66FCA2AD-9B50-AEAE-BD22-C3A8B5478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757238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矩形 1">
            <a:extLst>
              <a:ext uri="{FF2B5EF4-FFF2-40B4-BE49-F238E27FC236}">
                <a16:creationId xmlns:a16="http://schemas.microsoft.com/office/drawing/2014/main" id="{00E6222F-87EC-0EAC-8B21-B4F229B56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660400"/>
            <a:ext cx="84121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海豚秀從上午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分開始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小時後結束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海豚秀在上午</a:t>
            </a:r>
            <a:r>
              <a:rPr lang="zh-TW" altLang="en-US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分結束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DC2A3A6-789A-CA9B-105D-9E25EF9E84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3" y="5684838"/>
            <a:ext cx="954087" cy="111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圓角矩形圖說文字 45">
            <a:extLst>
              <a:ext uri="{FF2B5EF4-FFF2-40B4-BE49-F238E27FC236}">
                <a16:creationId xmlns:a16="http://schemas.microsoft.com/office/drawing/2014/main" id="{50B6C61F-808C-90B2-F5C0-483B9B8EC244}"/>
              </a:ext>
            </a:extLst>
          </p:cNvPr>
          <p:cNvSpPr/>
          <p:nvPr/>
        </p:nvSpPr>
        <p:spPr>
          <a:xfrm>
            <a:off x="204788" y="1649413"/>
            <a:ext cx="8991600" cy="3846512"/>
          </a:xfrm>
          <a:prstGeom prst="wedgeRoundRectCallout">
            <a:avLst>
              <a:gd name="adj1" fmla="val -34168"/>
              <a:gd name="adj2" fmla="val 57791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我從鐘面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時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分開始撥鐘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經過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小時是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時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分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再經過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小時是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07CEC31-8143-1380-C461-2AF07025D9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688" y="2460625"/>
            <a:ext cx="1395412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14A00D5-62C8-FE70-3C5E-5463965DD1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2463800"/>
            <a:ext cx="1387475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3BCEFAF-A8B9-E9A8-7F25-6D6F2E6A7F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788" y="2470150"/>
            <a:ext cx="1376362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1AAF2D16-18E8-65B2-4BA4-8929ECD056F8}"/>
              </a:ext>
            </a:extLst>
          </p:cNvPr>
          <p:cNvGrpSpPr>
            <a:grpSpLocks/>
          </p:cNvGrpSpPr>
          <p:nvPr/>
        </p:nvGrpSpPr>
        <p:grpSpPr bwMode="auto">
          <a:xfrm>
            <a:off x="1223963" y="3860800"/>
            <a:ext cx="1943100" cy="720725"/>
            <a:chOff x="1223628" y="3875449"/>
            <a:chExt cx="1944216" cy="720309"/>
          </a:xfrm>
        </p:grpSpPr>
        <p:sp>
          <p:nvSpPr>
            <p:cNvPr id="20" name="圓角矩形 19">
              <a:extLst>
                <a:ext uri="{FF2B5EF4-FFF2-40B4-BE49-F238E27FC236}">
                  <a16:creationId xmlns:a16="http://schemas.microsoft.com/office/drawing/2014/main" id="{A89F0567-E5F1-4BE4-31D8-ACBC4F03A5C2}"/>
                </a:ext>
              </a:extLst>
            </p:cNvPr>
            <p:cNvSpPr/>
            <p:nvPr/>
          </p:nvSpPr>
          <p:spPr>
            <a:xfrm>
              <a:off x="1223628" y="3875449"/>
              <a:ext cx="1944216" cy="431551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上午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9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20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478ED15D-E7BB-D931-8D07-016E727A21E5}"/>
                </a:ext>
              </a:extLst>
            </p:cNvPr>
            <p:cNvCxnSpPr>
              <a:stCxn id="20" idx="2"/>
              <a:endCxn id="18" idx="5"/>
            </p:cNvCxnSpPr>
            <p:nvPr/>
          </p:nvCxnSpPr>
          <p:spPr>
            <a:xfrm>
              <a:off x="2195736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B8C3EA42-21CD-64AB-3906-27F692228543}"/>
              </a:ext>
            </a:extLst>
          </p:cNvPr>
          <p:cNvGrpSpPr>
            <a:grpSpLocks/>
          </p:cNvGrpSpPr>
          <p:nvPr/>
        </p:nvGrpSpPr>
        <p:grpSpPr bwMode="auto">
          <a:xfrm>
            <a:off x="3659188" y="3860800"/>
            <a:ext cx="1944687" cy="720725"/>
            <a:chOff x="1223628" y="3875449"/>
            <a:chExt cx="1944216" cy="720309"/>
          </a:xfrm>
        </p:grpSpPr>
        <p:sp>
          <p:nvSpPr>
            <p:cNvPr id="54" name="圓角矩形 53">
              <a:extLst>
                <a:ext uri="{FF2B5EF4-FFF2-40B4-BE49-F238E27FC236}">
                  <a16:creationId xmlns:a16="http://schemas.microsoft.com/office/drawing/2014/main" id="{890499E8-9EBA-B202-042B-DFBBB1B597B7}"/>
                </a:ext>
              </a:extLst>
            </p:cNvPr>
            <p:cNvSpPr/>
            <p:nvPr/>
          </p:nvSpPr>
          <p:spPr>
            <a:xfrm>
              <a:off x="1223628" y="3875449"/>
              <a:ext cx="1944216" cy="431551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上午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10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20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E4549A8D-8675-0FDB-4EF4-D25FC760CF2F}"/>
                </a:ext>
              </a:extLst>
            </p:cNvPr>
            <p:cNvCxnSpPr>
              <a:stCxn id="54" idx="2"/>
            </p:cNvCxnSpPr>
            <p:nvPr/>
          </p:nvCxnSpPr>
          <p:spPr>
            <a:xfrm>
              <a:off x="2196529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012AAF31-75FD-5662-08B7-59677C3558E3}"/>
              </a:ext>
            </a:extLst>
          </p:cNvPr>
          <p:cNvGrpSpPr>
            <a:grpSpLocks/>
          </p:cNvGrpSpPr>
          <p:nvPr/>
        </p:nvGrpSpPr>
        <p:grpSpPr bwMode="auto">
          <a:xfrm>
            <a:off x="6161088" y="3860800"/>
            <a:ext cx="1963737" cy="720725"/>
            <a:chOff x="1223628" y="3875449"/>
            <a:chExt cx="1964098" cy="720309"/>
          </a:xfrm>
        </p:grpSpPr>
        <p:sp>
          <p:nvSpPr>
            <p:cNvPr id="58" name="圓角矩形 57">
              <a:extLst>
                <a:ext uri="{FF2B5EF4-FFF2-40B4-BE49-F238E27FC236}">
                  <a16:creationId xmlns:a16="http://schemas.microsoft.com/office/drawing/2014/main" id="{B49B7D8B-B086-3386-F653-0D11D6E1BECE}"/>
                </a:ext>
              </a:extLst>
            </p:cNvPr>
            <p:cNvSpPr/>
            <p:nvPr/>
          </p:nvSpPr>
          <p:spPr>
            <a:xfrm>
              <a:off x="1223628" y="3875449"/>
              <a:ext cx="1964098" cy="431551"/>
            </a:xfrm>
            <a:prstGeom prst="roundRect">
              <a:avLst>
                <a:gd name="adj" fmla="val 44869"/>
              </a:avLst>
            </a:prstGeom>
            <a:noFill/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上午     時     分</a:t>
              </a:r>
            </a:p>
          </p:txBody>
        </p:sp>
        <p:cxnSp>
          <p:nvCxnSpPr>
            <p:cNvPr id="59" name="直線接點 58">
              <a:extLst>
                <a:ext uri="{FF2B5EF4-FFF2-40B4-BE49-F238E27FC236}">
                  <a16:creationId xmlns:a16="http://schemas.microsoft.com/office/drawing/2014/main" id="{C4BCC6DE-720F-7BBF-AD19-87690C785F25}"/>
                </a:ext>
              </a:extLst>
            </p:cNvPr>
            <p:cNvCxnSpPr>
              <a:stCxn id="58" idx="2"/>
            </p:cNvCxnSpPr>
            <p:nvPr/>
          </p:nvCxnSpPr>
          <p:spPr>
            <a:xfrm flipH="1">
              <a:off x="2195357" y="4307000"/>
              <a:ext cx="11114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圖片 49">
            <a:extLst>
              <a:ext uri="{FF2B5EF4-FFF2-40B4-BE49-F238E27FC236}">
                <a16:creationId xmlns:a16="http://schemas.microsoft.com/office/drawing/2014/main" id="{2DEEE7BC-5FEA-4438-DD95-9E433276EE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350" y="4856163"/>
            <a:ext cx="2482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FEC32501-0BC8-CE79-F394-135ECC2ABC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738" y="4856163"/>
            <a:ext cx="2484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2AA9B5ED-EE75-85C8-4DEC-B3D6AE43C80B}"/>
              </a:ext>
            </a:extLst>
          </p:cNvPr>
          <p:cNvCxnSpPr/>
          <p:nvPr/>
        </p:nvCxnSpPr>
        <p:spPr>
          <a:xfrm>
            <a:off x="1042988" y="4583113"/>
            <a:ext cx="6985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>
            <a:extLst>
              <a:ext uri="{FF2B5EF4-FFF2-40B4-BE49-F238E27FC236}">
                <a16:creationId xmlns:a16="http://schemas.microsoft.com/office/drawing/2014/main" id="{BA4F4312-6E57-383C-9973-AD61CED98C1C}"/>
              </a:ext>
            </a:extLst>
          </p:cNvPr>
          <p:cNvSpPr/>
          <p:nvPr/>
        </p:nvSpPr>
        <p:spPr>
          <a:xfrm>
            <a:off x="2124075" y="4511675"/>
            <a:ext cx="144463" cy="1444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1689F305-B5C6-A4BA-43C4-C3D1CFFCC7B2}"/>
              </a:ext>
            </a:extLst>
          </p:cNvPr>
          <p:cNvSpPr/>
          <p:nvPr/>
        </p:nvSpPr>
        <p:spPr>
          <a:xfrm>
            <a:off x="4565650" y="4511675"/>
            <a:ext cx="144463" cy="1444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144C2E81-F678-9CC0-205E-C0D658C0EEF3}"/>
              </a:ext>
            </a:extLst>
          </p:cNvPr>
          <p:cNvSpPr/>
          <p:nvPr/>
        </p:nvSpPr>
        <p:spPr>
          <a:xfrm>
            <a:off x="7043738" y="4516438"/>
            <a:ext cx="144462" cy="1444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9046AA6-7B81-CCD5-A19E-87986EE95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25" y="3843338"/>
            <a:ext cx="481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8A5A436-E45A-7A9A-0A11-B2F9483CA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6313" y="38433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18" grpId="0" animBg="1"/>
      <p:bldP spid="47" grpId="0" animBg="1"/>
      <p:bldP spid="48" grpId="0" animBg="1"/>
      <p:bldP spid="62" grpId="0"/>
      <p:bldP spid="6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矩形 1">
            <a:extLst>
              <a:ext uri="{FF2B5EF4-FFF2-40B4-BE49-F238E27FC236}">
                <a16:creationId xmlns:a16="http://schemas.microsoft.com/office/drawing/2014/main" id="{C7E0802C-B9D7-FD98-7B3F-C0EE7E3E1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412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海洋公園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1987" name="圖片 1">
            <a:extLst>
              <a:ext uri="{FF2B5EF4-FFF2-40B4-BE49-F238E27FC236}">
                <a16:creationId xmlns:a16="http://schemas.microsoft.com/office/drawing/2014/main" id="{9D753F2C-1195-D341-1201-0F8087225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93663"/>
            <a:ext cx="44132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8" name="圖片 15">
            <a:extLst>
              <a:ext uri="{FF2B5EF4-FFF2-40B4-BE49-F238E27FC236}">
                <a16:creationId xmlns:a16="http://schemas.microsoft.com/office/drawing/2014/main" id="{52C350E7-4074-9260-A34D-1874DBF37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757238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矩形 1">
            <a:extLst>
              <a:ext uri="{FF2B5EF4-FFF2-40B4-BE49-F238E27FC236}">
                <a16:creationId xmlns:a16="http://schemas.microsoft.com/office/drawing/2014/main" id="{46E254E6-D710-9CAD-E293-5D8F47BC4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660400"/>
            <a:ext cx="84121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海豚秀從上午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分開始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小時後結束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海豚秀在上午</a:t>
            </a:r>
            <a:r>
              <a:rPr lang="zh-TW" altLang="en-US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分結束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9AFBA15-E292-3C30-7D46-4E6404684E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5013325"/>
            <a:ext cx="177165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圓角矩形圖說文字 29">
            <a:extLst>
              <a:ext uri="{FF2B5EF4-FFF2-40B4-BE49-F238E27FC236}">
                <a16:creationId xmlns:a16="http://schemas.microsoft.com/office/drawing/2014/main" id="{54086E22-CA0F-DB3D-4658-AEEFB7E3D7CE}"/>
              </a:ext>
            </a:extLst>
          </p:cNvPr>
          <p:cNvSpPr/>
          <p:nvPr/>
        </p:nvSpPr>
        <p:spPr bwMode="auto">
          <a:xfrm>
            <a:off x="157163" y="1598613"/>
            <a:ext cx="8878887" cy="3198812"/>
          </a:xfrm>
          <a:prstGeom prst="wedgeRoundRectCallout">
            <a:avLst>
              <a:gd name="adj1" fmla="val -35469"/>
              <a:gd name="adj2" fmla="val 61419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上午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9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時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20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分是從凌晨 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時經過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9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小時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20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分鐘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再經過 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小時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共是 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11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小時 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20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分鐘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所以是上午            時             分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5D597C-7F48-674A-AAA0-1639420484C7}"/>
              </a:ext>
            </a:extLst>
          </p:cNvPr>
          <p:cNvSpPr/>
          <p:nvPr/>
        </p:nvSpPr>
        <p:spPr>
          <a:xfrm>
            <a:off x="2714625" y="2690813"/>
            <a:ext cx="84772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3A19AD-AAE1-9E1A-E11E-C0694525DB2C}"/>
              </a:ext>
            </a:extLst>
          </p:cNvPr>
          <p:cNvSpPr/>
          <p:nvPr/>
        </p:nvSpPr>
        <p:spPr>
          <a:xfrm>
            <a:off x="4141788" y="2690813"/>
            <a:ext cx="849312" cy="5143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CDD81D9E-F52E-07F3-9D6F-2DEFCE808634}"/>
              </a:ext>
            </a:extLst>
          </p:cNvPr>
          <p:cNvCxnSpPr/>
          <p:nvPr/>
        </p:nvCxnSpPr>
        <p:spPr>
          <a:xfrm>
            <a:off x="649288" y="4095750"/>
            <a:ext cx="69754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91D0FC03-6213-7A88-D90A-4221298B8CF4}"/>
              </a:ext>
            </a:extLst>
          </p:cNvPr>
          <p:cNvGrpSpPr>
            <a:grpSpLocks/>
          </p:cNvGrpSpPr>
          <p:nvPr/>
        </p:nvGrpSpPr>
        <p:grpSpPr bwMode="auto">
          <a:xfrm>
            <a:off x="4283075" y="3416300"/>
            <a:ext cx="1801813" cy="728663"/>
            <a:chOff x="1157178" y="3884011"/>
            <a:chExt cx="1801689" cy="727693"/>
          </a:xfrm>
        </p:grpSpPr>
        <p:sp>
          <p:nvSpPr>
            <p:cNvPr id="43" name="圓角矩形 42">
              <a:extLst>
                <a:ext uri="{FF2B5EF4-FFF2-40B4-BE49-F238E27FC236}">
                  <a16:creationId xmlns:a16="http://schemas.microsoft.com/office/drawing/2014/main" id="{49A86924-ADAE-0A70-7529-650BE7E70FDB}"/>
                </a:ext>
              </a:extLst>
            </p:cNvPr>
            <p:cNvSpPr/>
            <p:nvPr/>
          </p:nvSpPr>
          <p:spPr>
            <a:xfrm>
              <a:off x="1157178" y="3884011"/>
              <a:ext cx="1801689" cy="432811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上午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9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20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10903F61-B094-FDF5-0D6A-A5794A2FA8B3}"/>
                </a:ext>
              </a:extLst>
            </p:cNvPr>
            <p:cNvCxnSpPr/>
            <p:nvPr/>
          </p:nvCxnSpPr>
          <p:spPr>
            <a:xfrm>
              <a:off x="2181046" y="4316822"/>
              <a:ext cx="3175" cy="294882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D98D4A6A-E879-7AF5-52AE-2152DC0655B9}"/>
              </a:ext>
            </a:extLst>
          </p:cNvPr>
          <p:cNvGrpSpPr>
            <a:grpSpLocks/>
          </p:cNvGrpSpPr>
          <p:nvPr/>
        </p:nvGrpSpPr>
        <p:grpSpPr bwMode="auto">
          <a:xfrm>
            <a:off x="6216650" y="3435350"/>
            <a:ext cx="1965325" cy="719138"/>
            <a:chOff x="1223628" y="3875449"/>
            <a:chExt cx="1964098" cy="720309"/>
          </a:xfrm>
        </p:grpSpPr>
        <p:sp>
          <p:nvSpPr>
            <p:cNvPr id="51" name="圓角矩形 50">
              <a:extLst>
                <a:ext uri="{FF2B5EF4-FFF2-40B4-BE49-F238E27FC236}">
                  <a16:creationId xmlns:a16="http://schemas.microsoft.com/office/drawing/2014/main" id="{8DBC7616-5DFD-7D1B-0FB1-7470CCBE4D1A}"/>
                </a:ext>
              </a:extLst>
            </p:cNvPr>
            <p:cNvSpPr/>
            <p:nvPr/>
          </p:nvSpPr>
          <p:spPr>
            <a:xfrm>
              <a:off x="1223628" y="3875449"/>
              <a:ext cx="1964098" cy="432503"/>
            </a:xfrm>
            <a:prstGeom prst="roundRect">
              <a:avLst>
                <a:gd name="adj" fmla="val 44869"/>
              </a:avLst>
            </a:prstGeom>
            <a:solidFill>
              <a:schemeClr val="bg1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上午     時     分</a:t>
              </a:r>
            </a:p>
          </p:txBody>
        </p: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160D3F9E-F61E-4A7D-32D2-12999451F258}"/>
                </a:ext>
              </a:extLst>
            </p:cNvPr>
            <p:cNvCxnSpPr>
              <a:stCxn id="51" idx="2"/>
            </p:cNvCxnSpPr>
            <p:nvPr/>
          </p:nvCxnSpPr>
          <p:spPr>
            <a:xfrm flipH="1">
              <a:off x="2196158" y="4307952"/>
              <a:ext cx="9519" cy="287806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B00B2BD0-B6ED-8B52-7B13-C4DE516F43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8" y="4132263"/>
            <a:ext cx="467677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2185A5E-F862-1BB3-D4EB-47DE7A47FF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8" y="4129088"/>
            <a:ext cx="1881187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8E82E942-3106-DE2B-C23C-F1697F158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075" y="3424238"/>
            <a:ext cx="481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75765A6-CFDB-A730-B013-EC7B260E0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463" y="34242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2C49D90-11B9-01D2-EBDD-18F844853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1475" y="2719388"/>
            <a:ext cx="481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06ADC62-91DF-533B-599F-0AE36D222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2706688"/>
            <a:ext cx="4937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1B2B1F33-8242-CF33-138A-F2BE41839CB2}"/>
              </a:ext>
            </a:extLst>
          </p:cNvPr>
          <p:cNvGrpSpPr>
            <a:grpSpLocks/>
          </p:cNvGrpSpPr>
          <p:nvPr/>
        </p:nvGrpSpPr>
        <p:grpSpPr bwMode="auto">
          <a:xfrm>
            <a:off x="288925" y="3379788"/>
            <a:ext cx="1187450" cy="752475"/>
            <a:chOff x="1825359" y="3881105"/>
            <a:chExt cx="1188070" cy="753696"/>
          </a:xfrm>
        </p:grpSpPr>
        <p:sp>
          <p:nvSpPr>
            <p:cNvPr id="35" name="圓角矩形 34">
              <a:extLst>
                <a:ext uri="{FF2B5EF4-FFF2-40B4-BE49-F238E27FC236}">
                  <a16:creationId xmlns:a16="http://schemas.microsoft.com/office/drawing/2014/main" id="{0A466541-10C2-AB0D-35B3-A4E748EAF4E6}"/>
                </a:ext>
              </a:extLst>
            </p:cNvPr>
            <p:cNvSpPr/>
            <p:nvPr/>
          </p:nvSpPr>
          <p:spPr>
            <a:xfrm>
              <a:off x="1825359" y="3881105"/>
              <a:ext cx="1188070" cy="432501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凌晨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</a:p>
          </p:txBody>
        </p: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95DE8568-B02D-B186-FD36-BBDE951926AA}"/>
                </a:ext>
              </a:extLst>
            </p:cNvPr>
            <p:cNvCxnSpPr/>
            <p:nvPr/>
          </p:nvCxnSpPr>
          <p:spPr>
            <a:xfrm>
              <a:off x="2193851" y="4316786"/>
              <a:ext cx="0" cy="318015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3" grpId="0" animBg="1"/>
      <p:bldP spid="56" grpId="0"/>
      <p:bldP spid="60" grpId="0"/>
      <p:bldP spid="64" grpId="0"/>
      <p:bldP spid="6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EA41FB2E-2970-3D07-902D-BAB027D1DB52}"/>
              </a:ext>
            </a:extLst>
          </p:cNvPr>
          <p:cNvSpPr/>
          <p:nvPr/>
        </p:nvSpPr>
        <p:spPr>
          <a:xfrm>
            <a:off x="4303713" y="4811713"/>
            <a:ext cx="742950" cy="4762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FFECABF-E67F-2A14-5A24-F3CAB6B01CDA}"/>
              </a:ext>
            </a:extLst>
          </p:cNvPr>
          <p:cNvSpPr/>
          <p:nvPr/>
        </p:nvSpPr>
        <p:spPr>
          <a:xfrm>
            <a:off x="3481388" y="4811713"/>
            <a:ext cx="742950" cy="4762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3012" name="矩形 2">
            <a:extLst>
              <a:ext uri="{FF2B5EF4-FFF2-40B4-BE49-F238E27FC236}">
                <a16:creationId xmlns:a16="http://schemas.microsoft.com/office/drawing/2014/main" id="{FCDDB021-3273-9E27-8232-A1F4D6B7B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775" y="6350000"/>
            <a:ext cx="3454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2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               </a:t>
            </a:r>
          </a:p>
        </p:txBody>
      </p:sp>
      <p:sp>
        <p:nvSpPr>
          <p:cNvPr id="43013" name="矩形 1">
            <a:extLst>
              <a:ext uri="{FF2B5EF4-FFF2-40B4-BE49-F238E27FC236}">
                <a16:creationId xmlns:a16="http://schemas.microsoft.com/office/drawing/2014/main" id="{429217F8-DCC2-63B8-984A-CCAAE83F8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412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海洋公園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01EBF8-4D8E-D4E0-99F7-E9AC4ED8F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2028825"/>
            <a:ext cx="3724275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分＋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endParaRPr lang="en-US" altLang="zh-TW" sz="2400">
              <a:solidFill>
                <a:srgbClr val="004DF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                 時                 分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A3DCDD79-446E-27CF-0496-BAA2D3A7A76B}"/>
              </a:ext>
            </a:extLst>
          </p:cNvPr>
          <p:cNvSpPr/>
          <p:nvPr/>
        </p:nvSpPr>
        <p:spPr>
          <a:xfrm>
            <a:off x="4375150" y="2706688"/>
            <a:ext cx="1138238" cy="503237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6A61238F-AC13-BD3C-1241-2E4EA6CB359B}"/>
              </a:ext>
            </a:extLst>
          </p:cNvPr>
          <p:cNvSpPr/>
          <p:nvPr/>
        </p:nvSpPr>
        <p:spPr>
          <a:xfrm>
            <a:off x="5988050" y="2706688"/>
            <a:ext cx="1136650" cy="503237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C62F79D-FE87-9087-BF9C-EC6800DA8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663" y="3870325"/>
            <a:ext cx="1622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9       20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5505CB-98BC-356F-B3B7-BBBC33677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3562350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4D4D4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902512-562C-DDDA-1765-16E81C1CC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4281488"/>
            <a:ext cx="954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400">
              <a:solidFill>
                <a:srgbClr val="004DF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B4E9B86-7FED-92FD-BEA6-57CAB2E06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786313"/>
            <a:ext cx="1327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11       20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F36D569-A322-7627-286B-D4855E6F321B}"/>
              </a:ext>
            </a:extLst>
          </p:cNvPr>
          <p:cNvCxnSpPr/>
          <p:nvPr/>
        </p:nvCxnSpPr>
        <p:spPr>
          <a:xfrm>
            <a:off x="3197225" y="4743450"/>
            <a:ext cx="173355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D9C8B03D-E837-666C-14C5-2BC736AD3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63" y="2679700"/>
            <a:ext cx="53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0D14BEA-2799-C0D0-694D-2E43EEBE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2713038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279DF42-462A-CCDA-2E84-0921112D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75" y="6169025"/>
            <a:ext cx="23256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上午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pic>
        <p:nvPicPr>
          <p:cNvPr id="43025" name="圖片 1">
            <a:extLst>
              <a:ext uri="{FF2B5EF4-FFF2-40B4-BE49-F238E27FC236}">
                <a16:creationId xmlns:a16="http://schemas.microsoft.com/office/drawing/2014/main" id="{B23129C1-5142-72B1-64D0-44CB8C30E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93663"/>
            <a:ext cx="44132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6" name="圖片 15">
            <a:extLst>
              <a:ext uri="{FF2B5EF4-FFF2-40B4-BE49-F238E27FC236}">
                <a16:creationId xmlns:a16="http://schemas.microsoft.com/office/drawing/2014/main" id="{BD9E6E9B-860B-9112-C5B6-CF5E13EAC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757238"/>
            <a:ext cx="3667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27" name="矩形 1">
            <a:extLst>
              <a:ext uri="{FF2B5EF4-FFF2-40B4-BE49-F238E27FC236}">
                <a16:creationId xmlns:a16="http://schemas.microsoft.com/office/drawing/2014/main" id="{FDBA92BE-4C25-FA3E-C904-74E85C317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660400"/>
            <a:ext cx="84121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海豚秀從上午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分開始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小時後結束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海豚秀在上午</a:t>
            </a:r>
            <a:r>
              <a:rPr lang="zh-TW" altLang="en-US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分結束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43028" name="矩形 2">
            <a:extLst>
              <a:ext uri="{FF2B5EF4-FFF2-40B4-BE49-F238E27FC236}">
                <a16:creationId xmlns:a16="http://schemas.microsoft.com/office/drawing/2014/main" id="{36385C5A-F9EA-36AC-94BC-D5687897B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100263"/>
            <a:ext cx="32369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用算式記成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8" grpId="0"/>
      <p:bldP spid="9" grpId="0" animBg="1"/>
      <p:bldP spid="30" grpId="0" animBg="1"/>
      <p:bldP spid="32" grpId="0"/>
      <p:bldP spid="14" grpId="0"/>
      <p:bldP spid="16" grpId="0"/>
      <p:bldP spid="35" grpId="0"/>
      <p:bldP spid="42" grpId="0"/>
      <p:bldP spid="43" grpId="0"/>
      <p:bldP spid="4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圖片 2">
            <a:extLst>
              <a:ext uri="{FF2B5EF4-FFF2-40B4-BE49-F238E27FC236}">
                <a16:creationId xmlns:a16="http://schemas.microsoft.com/office/drawing/2014/main" id="{0125C692-CCEC-5B01-CF1B-6C09187C4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1075"/>
            <a:ext cx="9147175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83D8713-F9EA-35F5-D7F1-40CC4901C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292225"/>
            <a:ext cx="79216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表示某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事件發生的時候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稱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為</a:t>
            </a:r>
            <a:r>
              <a:rPr lang="zh-TW" altLang="en-US" sz="2400">
                <a:solidFill>
                  <a:srgbClr val="FF001A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時</a:t>
            </a:r>
            <a:r>
              <a:rPr lang="zh-TW" altLang="en-US" sz="2400">
                <a:solidFill>
                  <a:srgbClr val="FF001A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刻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例如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上午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時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20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分開始表演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表示某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事件經過了多久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稱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為</a:t>
            </a:r>
            <a:r>
              <a:rPr lang="zh-TW" altLang="en-US" sz="2400">
                <a:solidFill>
                  <a:srgbClr val="FF001A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時間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例如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表演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 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小時</a:t>
            </a:r>
            <a:endParaRPr lang="zh-TW" altLang="en-US" sz="2400">
              <a:latin typeface="書法中楷（注音一）" panose="02010609010101010101" pitchFamily="49" charset="-120"/>
              <a:ea typeface="書法中楷（注音一）" panose="02010609010101010101" pitchFamily="49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A6BF23-45E2-6976-0AF5-DE9727DEADF1}"/>
              </a:ext>
            </a:extLst>
          </p:cNvPr>
          <p:cNvSpPr/>
          <p:nvPr/>
        </p:nvSpPr>
        <p:spPr>
          <a:xfrm>
            <a:off x="222250" y="1536700"/>
            <a:ext cx="319088" cy="254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●</a:t>
            </a:r>
            <a:endParaRPr lang="zh-TW" alt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2B391CD-1FC3-9618-ABB2-A000ADDE733F}"/>
              </a:ext>
            </a:extLst>
          </p:cNvPr>
          <p:cNvSpPr/>
          <p:nvPr/>
        </p:nvSpPr>
        <p:spPr>
          <a:xfrm>
            <a:off x="222250" y="2638425"/>
            <a:ext cx="319088" cy="254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●</a:t>
            </a:r>
            <a:endParaRPr lang="zh-TW" alt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矩形 1">
            <a:extLst>
              <a:ext uri="{FF2B5EF4-FFF2-40B4-BE49-F238E27FC236}">
                <a16:creationId xmlns:a16="http://schemas.microsoft.com/office/drawing/2014/main" id="{2A63D47D-8F29-5664-13A2-E73B3185F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6629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海洋劇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場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在下午</a:t>
            </a:r>
            <a:r>
              <a:rPr lang="en-US" altLang="zh-TW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分開演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現在離演出還有</a:t>
            </a:r>
            <a:r>
              <a:rPr lang="en-US" altLang="zh-TW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現在是下午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45059" name="圖片 16">
            <a:extLst>
              <a:ext uri="{FF2B5EF4-FFF2-40B4-BE49-F238E27FC236}">
                <a16:creationId xmlns:a16="http://schemas.microsoft.com/office/drawing/2014/main" id="{6F995538-B0E0-9D5E-92D2-D752A0683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57163"/>
            <a:ext cx="3667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圖片 1">
            <a:extLst>
              <a:ext uri="{FF2B5EF4-FFF2-40B4-BE49-F238E27FC236}">
                <a16:creationId xmlns:a16="http://schemas.microsoft.com/office/drawing/2014/main" id="{28FD9073-F571-8435-13D2-5AC7E0491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4978400"/>
            <a:ext cx="1552575" cy="190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圓角矩形圖說文字 43">
            <a:extLst>
              <a:ext uri="{FF2B5EF4-FFF2-40B4-BE49-F238E27FC236}">
                <a16:creationId xmlns:a16="http://schemas.microsoft.com/office/drawing/2014/main" id="{FABE97EC-91D6-0E02-1E43-4C2B3657F076}"/>
              </a:ext>
            </a:extLst>
          </p:cNvPr>
          <p:cNvSpPr/>
          <p:nvPr/>
        </p:nvSpPr>
        <p:spPr>
          <a:xfrm>
            <a:off x="152400" y="1055688"/>
            <a:ext cx="8991600" cy="3846512"/>
          </a:xfrm>
          <a:prstGeom prst="wedgeRoundRectCallout">
            <a:avLst>
              <a:gd name="adj1" fmla="val -34168"/>
              <a:gd name="adj2" fmla="val 57791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我從鐘面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分開始撥鐘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往回撥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</a:t>
            </a:r>
            <a:b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</a:b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時是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再往回撥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小時是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4038" name="圖片 4">
            <a:extLst>
              <a:ext uri="{FF2B5EF4-FFF2-40B4-BE49-F238E27FC236}">
                <a16:creationId xmlns:a16="http://schemas.microsoft.com/office/drawing/2014/main" id="{9E147319-00FE-8FA3-A7FC-BA6CC8D7A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1628775"/>
            <a:ext cx="1527175" cy="150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C325A515-0075-FA6F-BE36-2BFFB2984F25}"/>
              </a:ext>
            </a:extLst>
          </p:cNvPr>
          <p:cNvCxnSpPr/>
          <p:nvPr/>
        </p:nvCxnSpPr>
        <p:spPr>
          <a:xfrm>
            <a:off x="309563" y="4125913"/>
            <a:ext cx="864076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橢圓 49">
            <a:extLst>
              <a:ext uri="{FF2B5EF4-FFF2-40B4-BE49-F238E27FC236}">
                <a16:creationId xmlns:a16="http://schemas.microsoft.com/office/drawing/2014/main" id="{0A86D2B3-1AEF-934D-8794-CDE3483E8538}"/>
              </a:ext>
            </a:extLst>
          </p:cNvPr>
          <p:cNvSpPr/>
          <p:nvPr/>
        </p:nvSpPr>
        <p:spPr>
          <a:xfrm>
            <a:off x="1143000" y="4054475"/>
            <a:ext cx="142875" cy="1444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52222844-E73B-9E62-316B-C0CCC20D60EC}"/>
              </a:ext>
            </a:extLst>
          </p:cNvPr>
          <p:cNvSpPr/>
          <p:nvPr/>
        </p:nvSpPr>
        <p:spPr>
          <a:xfrm>
            <a:off x="3365500" y="4054475"/>
            <a:ext cx="144463" cy="1444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6E24DE41-FE01-0654-5352-6667B769BFFA}"/>
              </a:ext>
            </a:extLst>
          </p:cNvPr>
          <p:cNvSpPr/>
          <p:nvPr/>
        </p:nvSpPr>
        <p:spPr>
          <a:xfrm>
            <a:off x="5589588" y="4059238"/>
            <a:ext cx="142875" cy="1444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93665194-728B-DC27-D4B0-0AB6707D5EAB}"/>
              </a:ext>
            </a:extLst>
          </p:cNvPr>
          <p:cNvSpPr/>
          <p:nvPr/>
        </p:nvSpPr>
        <p:spPr>
          <a:xfrm>
            <a:off x="7812088" y="4054475"/>
            <a:ext cx="144462" cy="1444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FDE231AA-E782-54B1-762C-D734534A5518}"/>
              </a:ext>
            </a:extLst>
          </p:cNvPr>
          <p:cNvGrpSpPr>
            <a:grpSpLocks/>
          </p:cNvGrpSpPr>
          <p:nvPr/>
        </p:nvGrpSpPr>
        <p:grpSpPr bwMode="auto">
          <a:xfrm>
            <a:off x="6910388" y="3394075"/>
            <a:ext cx="1943100" cy="720725"/>
            <a:chOff x="1223628" y="3875449"/>
            <a:chExt cx="1944216" cy="720309"/>
          </a:xfrm>
        </p:grpSpPr>
        <p:sp>
          <p:nvSpPr>
            <p:cNvPr id="60" name="圓角矩形 59">
              <a:extLst>
                <a:ext uri="{FF2B5EF4-FFF2-40B4-BE49-F238E27FC236}">
                  <a16:creationId xmlns:a16="http://schemas.microsoft.com/office/drawing/2014/main" id="{BA310EAF-4A00-33BF-B6BE-CF154A32978A}"/>
                </a:ext>
              </a:extLst>
            </p:cNvPr>
            <p:cNvSpPr/>
            <p:nvPr/>
          </p:nvSpPr>
          <p:spPr>
            <a:xfrm>
              <a:off x="1223628" y="3875449"/>
              <a:ext cx="1944216" cy="431551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4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4B5DA7DD-0CE5-A948-23DE-5F61BFE8E8A5}"/>
                </a:ext>
              </a:extLst>
            </p:cNvPr>
            <p:cNvCxnSpPr>
              <a:stCxn id="60" idx="2"/>
            </p:cNvCxnSpPr>
            <p:nvPr/>
          </p:nvCxnSpPr>
          <p:spPr>
            <a:xfrm>
              <a:off x="2195736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C7BA686C-7D6A-F5E1-884A-370DC29A9067}"/>
              </a:ext>
            </a:extLst>
          </p:cNvPr>
          <p:cNvGrpSpPr>
            <a:grpSpLocks/>
          </p:cNvGrpSpPr>
          <p:nvPr/>
        </p:nvGrpSpPr>
        <p:grpSpPr bwMode="auto">
          <a:xfrm>
            <a:off x="4694238" y="3365500"/>
            <a:ext cx="1963737" cy="720725"/>
            <a:chOff x="1223628" y="3875449"/>
            <a:chExt cx="1964098" cy="720309"/>
          </a:xfrm>
        </p:grpSpPr>
        <p:sp>
          <p:nvSpPr>
            <p:cNvPr id="63" name="圓角矩形 62">
              <a:extLst>
                <a:ext uri="{FF2B5EF4-FFF2-40B4-BE49-F238E27FC236}">
                  <a16:creationId xmlns:a16="http://schemas.microsoft.com/office/drawing/2014/main" id="{F7E4928C-077C-0CAE-931A-36038B8B1828}"/>
                </a:ext>
              </a:extLst>
            </p:cNvPr>
            <p:cNvSpPr/>
            <p:nvPr/>
          </p:nvSpPr>
          <p:spPr>
            <a:xfrm>
              <a:off x="1223628" y="3875449"/>
              <a:ext cx="1964098" cy="431551"/>
            </a:xfrm>
            <a:prstGeom prst="roundRect">
              <a:avLst>
                <a:gd name="adj" fmla="val 44869"/>
              </a:avLst>
            </a:prstGeom>
            <a:noFill/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     時     分</a:t>
              </a:r>
            </a:p>
          </p:txBody>
        </p: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76E16B57-A46B-0909-0D91-D326CE471769}"/>
                </a:ext>
              </a:extLst>
            </p:cNvPr>
            <p:cNvCxnSpPr>
              <a:stCxn id="63" idx="2"/>
            </p:cNvCxnSpPr>
            <p:nvPr/>
          </p:nvCxnSpPr>
          <p:spPr>
            <a:xfrm flipH="1">
              <a:off x="2195357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矩形 64">
            <a:extLst>
              <a:ext uri="{FF2B5EF4-FFF2-40B4-BE49-F238E27FC236}">
                <a16:creationId xmlns:a16="http://schemas.microsoft.com/office/drawing/2014/main" id="{868A518F-AB74-072D-D809-692443BFC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3348038"/>
            <a:ext cx="338137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52BD620-958A-3E11-0440-9E8FFA0B0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0" y="3348038"/>
            <a:ext cx="338138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C5F75835-6A2C-7F34-725A-3B2E36266443}"/>
              </a:ext>
            </a:extLst>
          </p:cNvPr>
          <p:cNvGrpSpPr>
            <a:grpSpLocks/>
          </p:cNvGrpSpPr>
          <p:nvPr/>
        </p:nvGrpSpPr>
        <p:grpSpPr bwMode="auto">
          <a:xfrm>
            <a:off x="2457450" y="3384550"/>
            <a:ext cx="1965325" cy="720725"/>
            <a:chOff x="1223628" y="3875449"/>
            <a:chExt cx="1964098" cy="720309"/>
          </a:xfrm>
        </p:grpSpPr>
        <p:sp>
          <p:nvSpPr>
            <p:cNvPr id="68" name="圓角矩形 67">
              <a:extLst>
                <a:ext uri="{FF2B5EF4-FFF2-40B4-BE49-F238E27FC236}">
                  <a16:creationId xmlns:a16="http://schemas.microsoft.com/office/drawing/2014/main" id="{10C3FE0E-06C9-5FB0-02BC-4DEB4C55C562}"/>
                </a:ext>
              </a:extLst>
            </p:cNvPr>
            <p:cNvSpPr/>
            <p:nvPr/>
          </p:nvSpPr>
          <p:spPr>
            <a:xfrm>
              <a:off x="1223628" y="3875449"/>
              <a:ext cx="1964098" cy="431551"/>
            </a:xfrm>
            <a:prstGeom prst="roundRect">
              <a:avLst>
                <a:gd name="adj" fmla="val 44869"/>
              </a:avLst>
            </a:prstGeom>
            <a:noFill/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     時     分</a:t>
              </a:r>
            </a:p>
          </p:txBody>
        </p: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B6270776-BAB6-2364-BA38-1222469243C4}"/>
                </a:ext>
              </a:extLst>
            </p:cNvPr>
            <p:cNvCxnSpPr>
              <a:stCxn id="68" idx="2"/>
            </p:cNvCxnSpPr>
            <p:nvPr/>
          </p:nvCxnSpPr>
          <p:spPr>
            <a:xfrm flipH="1">
              <a:off x="2196158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62A98CBE-DE63-CD9D-84CD-EF4B6EC62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3367088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3B3F57E-08F9-67D8-AC4C-68EF6B912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33670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96E49D2D-CDFF-523D-3ACB-AFA797AA6475}"/>
              </a:ext>
            </a:extLst>
          </p:cNvPr>
          <p:cNvGrpSpPr>
            <a:grpSpLocks/>
          </p:cNvGrpSpPr>
          <p:nvPr/>
        </p:nvGrpSpPr>
        <p:grpSpPr bwMode="auto">
          <a:xfrm>
            <a:off x="244475" y="3389313"/>
            <a:ext cx="1963738" cy="719137"/>
            <a:chOff x="1223628" y="3875449"/>
            <a:chExt cx="1964098" cy="720309"/>
          </a:xfrm>
        </p:grpSpPr>
        <p:sp>
          <p:nvSpPr>
            <p:cNvPr id="73" name="圓角矩形 72">
              <a:extLst>
                <a:ext uri="{FF2B5EF4-FFF2-40B4-BE49-F238E27FC236}">
                  <a16:creationId xmlns:a16="http://schemas.microsoft.com/office/drawing/2014/main" id="{50D5FA01-2175-374D-747D-A6A943A89340}"/>
                </a:ext>
              </a:extLst>
            </p:cNvPr>
            <p:cNvSpPr/>
            <p:nvPr/>
          </p:nvSpPr>
          <p:spPr>
            <a:xfrm>
              <a:off x="1223628" y="3875449"/>
              <a:ext cx="1964098" cy="432504"/>
            </a:xfrm>
            <a:prstGeom prst="roundRect">
              <a:avLst>
                <a:gd name="adj" fmla="val 44869"/>
              </a:avLst>
            </a:prstGeom>
            <a:noFill/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     時     分</a:t>
              </a:r>
            </a:p>
          </p:txBody>
        </p: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351B1339-8E43-839A-ED7A-94E51DFEE0DB}"/>
                </a:ext>
              </a:extLst>
            </p:cNvPr>
            <p:cNvCxnSpPr>
              <a:stCxn id="73" idx="2"/>
            </p:cNvCxnSpPr>
            <p:nvPr/>
          </p:nvCxnSpPr>
          <p:spPr>
            <a:xfrm flipH="1">
              <a:off x="2195356" y="4307953"/>
              <a:ext cx="0" cy="287805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矩形 74">
            <a:extLst>
              <a:ext uri="{FF2B5EF4-FFF2-40B4-BE49-F238E27FC236}">
                <a16:creationId xmlns:a16="http://schemas.microsoft.com/office/drawing/2014/main" id="{D7E7F8F3-977F-9F0A-C249-245428053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0" y="3371850"/>
            <a:ext cx="338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24D3DEC-B18E-EE34-7C2E-DDFF7CEB2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3371850"/>
            <a:ext cx="339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BE95C4B-FB47-75C4-2757-68F57707C8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75" y="4206875"/>
            <a:ext cx="2239963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156FCBFE-672F-F703-2FFB-5FF0655305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8" y="4206875"/>
            <a:ext cx="22415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C78344AC-9EE8-C043-0CD8-B8F554387A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4206875"/>
            <a:ext cx="223996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0" grpId="0" animBg="1"/>
      <p:bldP spid="51" grpId="0" animBg="1"/>
      <p:bldP spid="52" grpId="0" animBg="1"/>
      <p:bldP spid="58" grpId="0" animBg="1"/>
      <p:bldP spid="65" grpId="0"/>
      <p:bldP spid="66" grpId="0"/>
      <p:bldP spid="70" grpId="0"/>
      <p:bldP spid="71" grpId="0"/>
      <p:bldP spid="75" grpId="0"/>
      <p:bldP spid="7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794D4CE-E1FE-AEBC-7717-E2B5245EB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5013325"/>
            <a:ext cx="177165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圓角矩形圖說文字 29">
            <a:extLst>
              <a:ext uri="{FF2B5EF4-FFF2-40B4-BE49-F238E27FC236}">
                <a16:creationId xmlns:a16="http://schemas.microsoft.com/office/drawing/2014/main" id="{EF0F6CE8-128D-A2C8-2F59-5F6F233925A4}"/>
              </a:ext>
            </a:extLst>
          </p:cNvPr>
          <p:cNvSpPr/>
          <p:nvPr/>
        </p:nvSpPr>
        <p:spPr bwMode="auto">
          <a:xfrm>
            <a:off x="157163" y="1598613"/>
            <a:ext cx="8878887" cy="3198812"/>
          </a:xfrm>
          <a:prstGeom prst="wedgeRoundRectCallout">
            <a:avLst>
              <a:gd name="adj1" fmla="val -35469"/>
              <a:gd name="adj2" fmla="val 61419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下午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4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時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5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分是從中午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12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時經過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4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小時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5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分鐘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往前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3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小時是下午             時             分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FB09152-7264-5F6C-9A11-AE332D2EABB3}"/>
              </a:ext>
            </a:extLst>
          </p:cNvPr>
          <p:cNvSpPr/>
          <p:nvPr/>
        </p:nvSpPr>
        <p:spPr>
          <a:xfrm>
            <a:off x="3930650" y="2424113"/>
            <a:ext cx="84772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5EF6363-3AAE-D6B1-A0EB-CDBE6522290F}"/>
              </a:ext>
            </a:extLst>
          </p:cNvPr>
          <p:cNvSpPr/>
          <p:nvPr/>
        </p:nvSpPr>
        <p:spPr>
          <a:xfrm>
            <a:off x="5359400" y="2424113"/>
            <a:ext cx="84772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0FF2660D-11BF-F1E7-E0D3-A89EB0EE8745}"/>
              </a:ext>
            </a:extLst>
          </p:cNvPr>
          <p:cNvCxnSpPr/>
          <p:nvPr/>
        </p:nvCxnSpPr>
        <p:spPr>
          <a:xfrm>
            <a:off x="1333500" y="3805238"/>
            <a:ext cx="6656388" cy="317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1329FD8F-3F3B-27F4-B77E-303E8EFFE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8938" y="2452688"/>
            <a:ext cx="338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8F0161C-B91F-D03D-C3B5-70DEF8F65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400" y="243840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6089" name="矩形 1">
            <a:extLst>
              <a:ext uri="{FF2B5EF4-FFF2-40B4-BE49-F238E27FC236}">
                <a16:creationId xmlns:a16="http://schemas.microsoft.com/office/drawing/2014/main" id="{2D3AEA7D-9709-0E55-0857-70796BA03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6629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海洋劇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場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在下午</a:t>
            </a:r>
            <a:r>
              <a:rPr lang="en-US" altLang="zh-TW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分開演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現在離演出還有</a:t>
            </a:r>
            <a:r>
              <a:rPr lang="en-US" altLang="zh-TW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現在是下午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46090" name="圖片 16">
            <a:extLst>
              <a:ext uri="{FF2B5EF4-FFF2-40B4-BE49-F238E27FC236}">
                <a16:creationId xmlns:a16="http://schemas.microsoft.com/office/drawing/2014/main" id="{F58E076E-47B7-3075-F5F1-EF30EA986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57163"/>
            <a:ext cx="3667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69EADD31-95E8-895B-8B5E-D1538089D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4" t="50000" r="2"/>
          <a:stretch>
            <a:fillRect/>
          </a:stretch>
        </p:blipFill>
        <p:spPr bwMode="auto">
          <a:xfrm>
            <a:off x="2960688" y="4286250"/>
            <a:ext cx="4224337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03" name="Picture 23">
            <a:extLst>
              <a:ext uri="{FF2B5EF4-FFF2-40B4-BE49-F238E27FC236}">
                <a16:creationId xmlns:a16="http://schemas.microsoft.com/office/drawing/2014/main" id="{B930FDE9-039A-0456-9E78-B175AED17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3927475"/>
            <a:ext cx="5851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F2FA818A-CE1C-0952-C3CC-D44D7013AFF3}"/>
              </a:ext>
            </a:extLst>
          </p:cNvPr>
          <p:cNvGrpSpPr>
            <a:grpSpLocks/>
          </p:cNvGrpSpPr>
          <p:nvPr/>
        </p:nvGrpSpPr>
        <p:grpSpPr bwMode="auto">
          <a:xfrm>
            <a:off x="481013" y="3206750"/>
            <a:ext cx="1462087" cy="741363"/>
            <a:chOff x="1545131" y="3856835"/>
            <a:chExt cx="1462274" cy="741404"/>
          </a:xfrm>
        </p:grpSpPr>
        <p:sp>
          <p:nvSpPr>
            <p:cNvPr id="35" name="圓角矩形 34">
              <a:extLst>
                <a:ext uri="{FF2B5EF4-FFF2-40B4-BE49-F238E27FC236}">
                  <a16:creationId xmlns:a16="http://schemas.microsoft.com/office/drawing/2014/main" id="{8BEA522D-452C-FC2D-D9F5-18E8A912F601}"/>
                </a:ext>
              </a:extLst>
            </p:cNvPr>
            <p:cNvSpPr/>
            <p:nvPr/>
          </p:nvSpPr>
          <p:spPr>
            <a:xfrm>
              <a:off x="1545131" y="3856835"/>
              <a:ext cx="1462274" cy="431824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中午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12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</a:p>
          </p:txBody>
        </p: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0F202D22-A41D-9010-3AF8-625DC210E1BA}"/>
                </a:ext>
              </a:extLst>
            </p:cNvPr>
            <p:cNvCxnSpPr/>
            <p:nvPr/>
          </p:nvCxnSpPr>
          <p:spPr>
            <a:xfrm>
              <a:off x="2397727" y="4310885"/>
              <a:ext cx="0" cy="287354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D2974FAD-8E08-51C3-925F-F7F1D5F96821}"/>
              </a:ext>
            </a:extLst>
          </p:cNvPr>
          <p:cNvGrpSpPr>
            <a:grpSpLocks/>
          </p:cNvGrpSpPr>
          <p:nvPr/>
        </p:nvGrpSpPr>
        <p:grpSpPr bwMode="auto">
          <a:xfrm>
            <a:off x="1998663" y="3227388"/>
            <a:ext cx="1965325" cy="1058862"/>
            <a:chOff x="1223628" y="3875449"/>
            <a:chExt cx="1964098" cy="1057950"/>
          </a:xfrm>
        </p:grpSpPr>
        <p:sp>
          <p:nvSpPr>
            <p:cNvPr id="51" name="圓角矩形 50">
              <a:extLst>
                <a:ext uri="{FF2B5EF4-FFF2-40B4-BE49-F238E27FC236}">
                  <a16:creationId xmlns:a16="http://schemas.microsoft.com/office/drawing/2014/main" id="{9929BD90-E06F-E598-4A72-5F775666FE6E}"/>
                </a:ext>
              </a:extLst>
            </p:cNvPr>
            <p:cNvSpPr/>
            <p:nvPr/>
          </p:nvSpPr>
          <p:spPr>
            <a:xfrm>
              <a:off x="1223628" y="3875449"/>
              <a:ext cx="1964098" cy="431428"/>
            </a:xfrm>
            <a:prstGeom prst="roundRect">
              <a:avLst>
                <a:gd name="adj" fmla="val 44869"/>
              </a:avLst>
            </a:prstGeom>
            <a:solidFill>
              <a:schemeClr val="bg1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     時     分</a:t>
              </a:r>
            </a:p>
          </p:txBody>
        </p: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B3646DBF-935E-CB92-FB8A-79D2DEFBA6C9}"/>
                </a:ext>
              </a:extLst>
            </p:cNvPr>
            <p:cNvCxnSpPr>
              <a:stCxn id="51" idx="2"/>
            </p:cNvCxnSpPr>
            <p:nvPr/>
          </p:nvCxnSpPr>
          <p:spPr>
            <a:xfrm flipH="1">
              <a:off x="2196157" y="4306877"/>
              <a:ext cx="0" cy="288676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A1A20CE0-C04F-34F8-9DBC-34CBCA6C897E}"/>
                </a:ext>
              </a:extLst>
            </p:cNvPr>
            <p:cNvCxnSpPr/>
            <p:nvPr/>
          </p:nvCxnSpPr>
          <p:spPr>
            <a:xfrm>
              <a:off x="2196157" y="4595553"/>
              <a:ext cx="0" cy="337846"/>
            </a:xfrm>
            <a:prstGeom prst="line">
              <a:avLst/>
            </a:prstGeom>
            <a:ln w="38100">
              <a:solidFill>
                <a:srgbClr val="00AAE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8BB74EDC-4D57-D411-1B31-C4C47A830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3197225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58782E6-92F0-6546-A430-BE6EA2D15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0" y="3197225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5AD0051D-7429-4F93-174B-616F74BCEA30}"/>
              </a:ext>
            </a:extLst>
          </p:cNvPr>
          <p:cNvGrpSpPr>
            <a:grpSpLocks/>
          </p:cNvGrpSpPr>
          <p:nvPr/>
        </p:nvGrpSpPr>
        <p:grpSpPr bwMode="auto">
          <a:xfrm>
            <a:off x="6357938" y="3235325"/>
            <a:ext cx="1598612" cy="727075"/>
            <a:chOff x="1375544" y="3884011"/>
            <a:chExt cx="1598155" cy="727693"/>
          </a:xfrm>
        </p:grpSpPr>
        <p:sp>
          <p:nvSpPr>
            <p:cNvPr id="43" name="圓角矩形 42">
              <a:extLst>
                <a:ext uri="{FF2B5EF4-FFF2-40B4-BE49-F238E27FC236}">
                  <a16:creationId xmlns:a16="http://schemas.microsoft.com/office/drawing/2014/main" id="{F92CDD0D-EBF2-6F28-9935-57460B0B7EA7}"/>
                </a:ext>
              </a:extLst>
            </p:cNvPr>
            <p:cNvSpPr/>
            <p:nvPr/>
          </p:nvSpPr>
          <p:spPr>
            <a:xfrm>
              <a:off x="1375544" y="3884011"/>
              <a:ext cx="1598155" cy="432167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4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A95966DB-1A2D-BE2F-67DD-F0661536F64A}"/>
                </a:ext>
              </a:extLst>
            </p:cNvPr>
            <p:cNvCxnSpPr>
              <a:stCxn id="43" idx="2"/>
            </p:cNvCxnSpPr>
            <p:nvPr/>
          </p:nvCxnSpPr>
          <p:spPr>
            <a:xfrm>
              <a:off x="2175415" y="4316178"/>
              <a:ext cx="3174" cy="295526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3" grpId="0" animBg="1"/>
      <p:bldP spid="64" grpId="0"/>
      <p:bldP spid="65" grpId="0"/>
      <p:bldP spid="56" grpId="0"/>
      <p:bldP spid="6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矩形 1">
            <a:extLst>
              <a:ext uri="{FF2B5EF4-FFF2-40B4-BE49-F238E27FC236}">
                <a16:creationId xmlns:a16="http://schemas.microsoft.com/office/drawing/2014/main" id="{59DB75EC-A806-26DE-F37B-183132E83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6629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海洋劇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場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在下午</a:t>
            </a:r>
            <a:r>
              <a:rPr lang="en-US" altLang="zh-TW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分開演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現在離演出還有</a:t>
            </a:r>
            <a:r>
              <a:rPr lang="en-US" altLang="zh-TW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現在是下午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7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7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7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5BE242-100B-3B83-A802-F1A634A20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429000"/>
            <a:ext cx="5570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分－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時＝                 時                 分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A25DFDC6-865B-8D07-A586-1E787E07C276}"/>
              </a:ext>
            </a:extLst>
          </p:cNvPr>
          <p:cNvSpPr/>
          <p:nvPr/>
        </p:nvSpPr>
        <p:spPr>
          <a:xfrm>
            <a:off x="2579688" y="3430588"/>
            <a:ext cx="1138237" cy="503237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79008F4E-3FC0-15C2-0D8F-EFF39208FEA9}"/>
              </a:ext>
            </a:extLst>
          </p:cNvPr>
          <p:cNvSpPr/>
          <p:nvPr/>
        </p:nvSpPr>
        <p:spPr>
          <a:xfrm>
            <a:off x="4192588" y="3430588"/>
            <a:ext cx="1136650" cy="503237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EFA2871-404B-48FF-780E-50B761BBB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050" y="2632075"/>
            <a:ext cx="1622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   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400">
              <a:solidFill>
                <a:srgbClr val="004DF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01FD56-09BE-0E3B-C4B1-9518F0CD6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438" y="2324100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4D4D4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624513-17D9-30F8-1460-7ADB55DCE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300" y="3043238"/>
            <a:ext cx="9540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400">
              <a:solidFill>
                <a:srgbClr val="004DF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30CBB83A-F7D3-6CD5-C941-ED4FC40AE601}"/>
              </a:ext>
            </a:extLst>
          </p:cNvPr>
          <p:cNvCxnSpPr/>
          <p:nvPr/>
        </p:nvCxnSpPr>
        <p:spPr>
          <a:xfrm>
            <a:off x="6424613" y="3505200"/>
            <a:ext cx="173355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4" name="矩形 33">
            <a:extLst>
              <a:ext uri="{FF2B5EF4-FFF2-40B4-BE49-F238E27FC236}">
                <a16:creationId xmlns:a16="http://schemas.microsoft.com/office/drawing/2014/main" id="{498612BC-B533-736A-6935-D75D907A3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5876925"/>
            <a:ext cx="4708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i="1" u="sng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              </a:t>
            </a:r>
            <a:r>
              <a:rPr lang="zh-TW" altLang="en-US" i="1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r>
              <a:rPr lang="zh-TW" altLang="en-US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endParaRPr lang="zh-TW" altLang="en-US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C55FB5F-8316-89A4-9CA1-1874C606D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403600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ACCBF38-0292-44B6-08AC-546CF0D7D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50" y="3436938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325CA5BD-AC81-DC20-57FC-F007544FE2D9}"/>
              </a:ext>
            </a:extLst>
          </p:cNvPr>
          <p:cNvSpPr/>
          <p:nvPr/>
        </p:nvSpPr>
        <p:spPr>
          <a:xfrm>
            <a:off x="6767513" y="3540125"/>
            <a:ext cx="600075" cy="504825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E39B1453-AF7E-2701-18D8-1C64E44B1BE1}"/>
              </a:ext>
            </a:extLst>
          </p:cNvPr>
          <p:cNvSpPr/>
          <p:nvPr/>
        </p:nvSpPr>
        <p:spPr>
          <a:xfrm>
            <a:off x="7577138" y="3532188"/>
            <a:ext cx="600075" cy="503237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6E43538-F8E7-D915-40C6-48577671D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3513138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9855726-F605-5598-AC9D-804C5ACD4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3988" y="3513138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4828DAE-5AC6-298D-5BDF-C47A4D25E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5783263"/>
            <a:ext cx="198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下午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pic>
        <p:nvPicPr>
          <p:cNvPr id="47122" name="圖片 16">
            <a:extLst>
              <a:ext uri="{FF2B5EF4-FFF2-40B4-BE49-F238E27FC236}">
                <a16:creationId xmlns:a16="http://schemas.microsoft.com/office/drawing/2014/main" id="{781F600F-5046-14BE-8208-6D50157C3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57163"/>
            <a:ext cx="3667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30" grpId="0" animBg="1"/>
      <p:bldP spid="32" grpId="0"/>
      <p:bldP spid="14" grpId="0"/>
      <p:bldP spid="16" grpId="0"/>
      <p:bldP spid="42" grpId="0"/>
      <p:bldP spid="43" grpId="0"/>
      <p:bldP spid="38" grpId="0" animBg="1"/>
      <p:bldP spid="39" grpId="0" animBg="1"/>
      <p:bldP spid="46" grpId="0"/>
      <p:bldP spid="47" grpId="0"/>
      <p:bldP spid="5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矩形 1">
            <a:extLst>
              <a:ext uri="{FF2B5EF4-FFF2-40B4-BE49-F238E27FC236}">
                <a16:creationId xmlns:a16="http://schemas.microsoft.com/office/drawing/2014/main" id="{5D7BC9B7-F6A0-97EA-AFE3-4370696F9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6629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堂書法課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妙妙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在下午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分下課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她是下午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分開始上書法課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67CFA5-4994-FA67-C7C7-8042CC404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4095750"/>
            <a:ext cx="58785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分－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                 時                 分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D01E9851-990D-CB62-F66B-5EE93D7D5D04}"/>
              </a:ext>
            </a:extLst>
          </p:cNvPr>
          <p:cNvSpPr/>
          <p:nvPr/>
        </p:nvSpPr>
        <p:spPr>
          <a:xfrm>
            <a:off x="3184525" y="4060825"/>
            <a:ext cx="1138238" cy="50323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9AAB3973-250A-16AC-7E9F-C2F73B2891A9}"/>
              </a:ext>
            </a:extLst>
          </p:cNvPr>
          <p:cNvSpPr/>
          <p:nvPr/>
        </p:nvSpPr>
        <p:spPr>
          <a:xfrm>
            <a:off x="4797425" y="4060825"/>
            <a:ext cx="1136650" cy="50323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7A5A297-2CD7-D262-1D65-8CB65A61C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738" y="3676650"/>
            <a:ext cx="1622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5        55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12B1CD-0CEC-20C2-74A1-AD1C39059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3368675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4D4D4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046512-0BBD-7EFD-EED5-8363ED24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175" y="4095750"/>
            <a:ext cx="1800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endParaRPr lang="zh-TW" altLang="en-US" sz="2400">
              <a:solidFill>
                <a:srgbClr val="004DF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FC9F235D-1D93-C12B-0CFD-7891EC48C746}"/>
              </a:ext>
            </a:extLst>
          </p:cNvPr>
          <p:cNvCxnSpPr/>
          <p:nvPr/>
        </p:nvCxnSpPr>
        <p:spPr>
          <a:xfrm>
            <a:off x="6845300" y="4549775"/>
            <a:ext cx="173355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38" name="矩形 33">
            <a:extLst>
              <a:ext uri="{FF2B5EF4-FFF2-40B4-BE49-F238E27FC236}">
                <a16:creationId xmlns:a16="http://schemas.microsoft.com/office/drawing/2014/main" id="{98B289F6-24B9-92C5-04C7-83AA3AF47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5876925"/>
            <a:ext cx="4708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i="1" u="sng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              </a:t>
            </a:r>
            <a:r>
              <a:rPr lang="zh-TW" altLang="en-US" i="1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r>
              <a:rPr lang="zh-TW" altLang="en-US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endParaRPr lang="zh-TW" altLang="en-US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5294479-0AEB-7AB1-A9F2-8554EFE77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5" y="4033838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F0EAD49-A84E-D68D-4B9E-358FA9819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4288" y="406717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4025F42E-B8B3-2200-5A7F-2AFE6CBFD0AE}"/>
              </a:ext>
            </a:extLst>
          </p:cNvPr>
          <p:cNvSpPr/>
          <p:nvPr/>
        </p:nvSpPr>
        <p:spPr>
          <a:xfrm>
            <a:off x="7188200" y="4584700"/>
            <a:ext cx="600075" cy="504825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91273027-E7CA-6B92-7CC1-2FBE9D2EC8C5}"/>
              </a:ext>
            </a:extLst>
          </p:cNvPr>
          <p:cNvSpPr/>
          <p:nvPr/>
        </p:nvSpPr>
        <p:spPr>
          <a:xfrm>
            <a:off x="7997825" y="4576763"/>
            <a:ext cx="600075" cy="503237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1C09FAB-F660-6298-B89F-4FE50C45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950" y="4557713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E0BEDEF-214A-63D5-AD01-08C8DB69D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3388" y="4583113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D2E7700-0359-FECC-8EFC-9C0C9FBA6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5783263"/>
            <a:ext cx="215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下午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pic>
        <p:nvPicPr>
          <p:cNvPr id="48146" name="圖片 2">
            <a:extLst>
              <a:ext uri="{FF2B5EF4-FFF2-40B4-BE49-F238E27FC236}">
                <a16:creationId xmlns:a16="http://schemas.microsoft.com/office/drawing/2014/main" id="{EC1D3195-FC20-5558-24A5-C3F9EC1FA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161925"/>
            <a:ext cx="3349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32F7E042-FB56-057D-E476-C6E54E619442}"/>
              </a:ext>
            </a:extLst>
          </p:cNvPr>
          <p:cNvCxnSpPr/>
          <p:nvPr/>
        </p:nvCxnSpPr>
        <p:spPr>
          <a:xfrm flipV="1">
            <a:off x="900113" y="2894013"/>
            <a:ext cx="4462462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>
            <a:extLst>
              <a:ext uri="{FF2B5EF4-FFF2-40B4-BE49-F238E27FC236}">
                <a16:creationId xmlns:a16="http://schemas.microsoft.com/office/drawing/2014/main" id="{9DA29069-5017-EEEE-2609-A916D9751CAC}"/>
              </a:ext>
            </a:extLst>
          </p:cNvPr>
          <p:cNvSpPr/>
          <p:nvPr/>
        </p:nvSpPr>
        <p:spPr>
          <a:xfrm>
            <a:off x="2001838" y="2827338"/>
            <a:ext cx="144462" cy="1444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E3AB1618-1E5E-E4C4-B675-09F630686DCD}"/>
              </a:ext>
            </a:extLst>
          </p:cNvPr>
          <p:cNvSpPr/>
          <p:nvPr/>
        </p:nvSpPr>
        <p:spPr>
          <a:xfrm>
            <a:off x="4225925" y="2820988"/>
            <a:ext cx="142875" cy="1444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01A716FF-77B0-7443-4D79-8B053F01029E}"/>
              </a:ext>
            </a:extLst>
          </p:cNvPr>
          <p:cNvGrpSpPr>
            <a:grpSpLocks/>
          </p:cNvGrpSpPr>
          <p:nvPr/>
        </p:nvGrpSpPr>
        <p:grpSpPr bwMode="auto">
          <a:xfrm>
            <a:off x="3322638" y="2162175"/>
            <a:ext cx="1944687" cy="720725"/>
            <a:chOff x="1223628" y="3875449"/>
            <a:chExt cx="1944216" cy="720309"/>
          </a:xfrm>
        </p:grpSpPr>
        <p:sp>
          <p:nvSpPr>
            <p:cNvPr id="44" name="圓角矩形 43">
              <a:extLst>
                <a:ext uri="{FF2B5EF4-FFF2-40B4-BE49-F238E27FC236}">
                  <a16:creationId xmlns:a16="http://schemas.microsoft.com/office/drawing/2014/main" id="{D2B9E38D-7025-E543-3428-201AF0B60E4C}"/>
                </a:ext>
              </a:extLst>
            </p:cNvPr>
            <p:cNvSpPr/>
            <p:nvPr/>
          </p:nvSpPr>
          <p:spPr>
            <a:xfrm>
              <a:off x="1223628" y="3875449"/>
              <a:ext cx="1944216" cy="431551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55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649BEB44-54D5-7725-6A0E-259074395845}"/>
                </a:ext>
              </a:extLst>
            </p:cNvPr>
            <p:cNvCxnSpPr>
              <a:stCxn id="44" idx="2"/>
            </p:cNvCxnSpPr>
            <p:nvPr/>
          </p:nvCxnSpPr>
          <p:spPr>
            <a:xfrm>
              <a:off x="2196529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B271B40B-B6C8-4C21-1DAC-210B3F22A123}"/>
              </a:ext>
            </a:extLst>
          </p:cNvPr>
          <p:cNvGrpSpPr>
            <a:grpSpLocks/>
          </p:cNvGrpSpPr>
          <p:nvPr/>
        </p:nvGrpSpPr>
        <p:grpSpPr bwMode="auto">
          <a:xfrm>
            <a:off x="1106488" y="2133600"/>
            <a:ext cx="1963737" cy="720725"/>
            <a:chOff x="1223628" y="3875449"/>
            <a:chExt cx="1964098" cy="720309"/>
          </a:xfrm>
        </p:grpSpPr>
        <p:sp>
          <p:nvSpPr>
            <p:cNvPr id="49" name="圓角矩形 48">
              <a:extLst>
                <a:ext uri="{FF2B5EF4-FFF2-40B4-BE49-F238E27FC236}">
                  <a16:creationId xmlns:a16="http://schemas.microsoft.com/office/drawing/2014/main" id="{2292F5C7-946B-00F8-DB14-5E9CF7430C9B}"/>
                </a:ext>
              </a:extLst>
            </p:cNvPr>
            <p:cNvSpPr/>
            <p:nvPr/>
          </p:nvSpPr>
          <p:spPr>
            <a:xfrm>
              <a:off x="1223628" y="3875449"/>
              <a:ext cx="1964098" cy="431551"/>
            </a:xfrm>
            <a:prstGeom prst="roundRect">
              <a:avLst>
                <a:gd name="adj" fmla="val 44869"/>
              </a:avLst>
            </a:prstGeom>
            <a:noFill/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     時     分</a:t>
              </a:r>
            </a:p>
          </p:txBody>
        </p: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4A51F326-A378-5225-934E-9F1AB6D62D37}"/>
                </a:ext>
              </a:extLst>
            </p:cNvPr>
            <p:cNvCxnSpPr>
              <a:stCxn id="49" idx="2"/>
            </p:cNvCxnSpPr>
            <p:nvPr/>
          </p:nvCxnSpPr>
          <p:spPr>
            <a:xfrm flipH="1">
              <a:off x="2195357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矩形 50">
            <a:extLst>
              <a:ext uri="{FF2B5EF4-FFF2-40B4-BE49-F238E27FC236}">
                <a16:creationId xmlns:a16="http://schemas.microsoft.com/office/drawing/2014/main" id="{8869FBA2-E0D5-CCFB-8E80-05B0E5201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63" y="2116138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53B2D02-F560-A600-4C9F-4A75480C7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21161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C31F376-19BF-33BD-6DE9-89C5CEF652B0}"/>
              </a:ext>
            </a:extLst>
          </p:cNvPr>
          <p:cNvGrpSpPr>
            <a:grpSpLocks/>
          </p:cNvGrpSpPr>
          <p:nvPr/>
        </p:nvGrpSpPr>
        <p:grpSpPr bwMode="auto">
          <a:xfrm>
            <a:off x="2047875" y="2954338"/>
            <a:ext cx="2320925" cy="415925"/>
            <a:chOff x="2047443" y="2954209"/>
            <a:chExt cx="2321878" cy="416036"/>
          </a:xfrm>
        </p:grpSpPr>
        <p:pic>
          <p:nvPicPr>
            <p:cNvPr id="48156" name="圖片 4">
              <a:extLst>
                <a:ext uri="{FF2B5EF4-FFF2-40B4-BE49-F238E27FC236}">
                  <a16:creationId xmlns:a16="http://schemas.microsoft.com/office/drawing/2014/main" id="{40B41EB5-159C-A4DB-A764-AD18E7867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7443" y="2954209"/>
              <a:ext cx="2321878" cy="416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57" name="矩形 6">
              <a:extLst>
                <a:ext uri="{FF2B5EF4-FFF2-40B4-BE49-F238E27FC236}">
                  <a16:creationId xmlns:a16="http://schemas.microsoft.com/office/drawing/2014/main" id="{7F9990C8-2DFA-318B-18B7-859486727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019" y="2981139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書法中楷（破音三）" panose="02010609010101010101" pitchFamily="49" charset="-120"/>
                  <a:cs typeface="Times New Roman" panose="02020603050405020304" pitchFamily="18" charset="0"/>
                </a:rPr>
                <a:t>40</a:t>
              </a:r>
              <a:r>
                <a:rPr lang="zh-TW" altLang="en-US" sz="180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分鐘</a:t>
              </a:r>
            </a:p>
          </p:txBody>
        </p:sp>
      </p:grpSp>
      <p:pic>
        <p:nvPicPr>
          <p:cNvPr id="48155" name="圖片 10">
            <a:extLst>
              <a:ext uri="{FF2B5EF4-FFF2-40B4-BE49-F238E27FC236}">
                <a16:creationId xmlns:a16="http://schemas.microsoft.com/office/drawing/2014/main" id="{E21B793B-1400-81B7-0D35-DF05A8C34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0" y="1089025"/>
            <a:ext cx="1819275" cy="175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30" grpId="0" animBg="1"/>
      <p:bldP spid="32" grpId="0"/>
      <p:bldP spid="14" grpId="0"/>
      <p:bldP spid="16" grpId="0"/>
      <p:bldP spid="42" grpId="0"/>
      <p:bldP spid="43" grpId="0"/>
      <p:bldP spid="38" grpId="0" animBg="1"/>
      <p:bldP spid="39" grpId="0" animBg="1"/>
      <p:bldP spid="46" grpId="0"/>
      <p:bldP spid="47" grpId="0"/>
      <p:bldP spid="57" grpId="0"/>
      <p:bldP spid="35" grpId="0" animBg="1"/>
      <p:bldP spid="40" grpId="0" animBg="1"/>
      <p:bldP spid="51" grpId="0"/>
      <p:bldP spid="5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矩形 1">
            <a:extLst>
              <a:ext uri="{FF2B5EF4-FFF2-40B4-BE49-F238E27FC236}">
                <a16:creationId xmlns:a16="http://schemas.microsoft.com/office/drawing/2014/main" id="{6E51C192-7B3C-B5EB-61CC-FF531DCE2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662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品睿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同學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起去看電影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96D81C-697A-8ED7-0DC9-B623D6B51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3" y="4078288"/>
            <a:ext cx="6186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分＋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                 時                 分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726CACD8-B4B1-2672-4B91-499948F2E610}"/>
              </a:ext>
            </a:extLst>
          </p:cNvPr>
          <p:cNvSpPr/>
          <p:nvPr/>
        </p:nvSpPr>
        <p:spPr>
          <a:xfrm>
            <a:off x="3243263" y="4060825"/>
            <a:ext cx="1138237" cy="50323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70644A63-EE1A-967C-44B9-7FF8FD64D302}"/>
              </a:ext>
            </a:extLst>
          </p:cNvPr>
          <p:cNvSpPr/>
          <p:nvPr/>
        </p:nvSpPr>
        <p:spPr>
          <a:xfrm>
            <a:off x="4856163" y="4060825"/>
            <a:ext cx="1136650" cy="50323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26D4708-6299-61C0-BCCB-E7FD23E24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441575"/>
            <a:ext cx="1622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5      20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3B3B55-C7EA-B3E7-2AE7-BC57807DE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2133600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4D4D4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51AA53-3923-E04B-6ADC-7FB02913A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5" y="2860675"/>
            <a:ext cx="1801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lang="zh-TW" altLang="en-US" sz="2400">
              <a:solidFill>
                <a:srgbClr val="004DF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8AA71D7E-044E-A22B-7EA6-351367B4230D}"/>
              </a:ext>
            </a:extLst>
          </p:cNvPr>
          <p:cNvCxnSpPr/>
          <p:nvPr/>
        </p:nvCxnSpPr>
        <p:spPr>
          <a:xfrm>
            <a:off x="6732588" y="3314700"/>
            <a:ext cx="173355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62" name="矩形 33">
            <a:extLst>
              <a:ext uri="{FF2B5EF4-FFF2-40B4-BE49-F238E27FC236}">
                <a16:creationId xmlns:a16="http://schemas.microsoft.com/office/drawing/2014/main" id="{7CE63626-DF4C-A321-47C6-260EDE1E0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5876925"/>
            <a:ext cx="4708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i="1" u="sng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              </a:t>
            </a:r>
            <a:r>
              <a:rPr lang="zh-TW" altLang="en-US" i="1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r>
              <a:rPr lang="zh-TW" altLang="en-US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endParaRPr lang="zh-TW" altLang="en-US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AD1AEE9-0EBC-10E0-1ACC-4769A1303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4033838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FFD70C2-5495-1E5D-A7A8-3C68D41CD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5" y="4067175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B2CA8A68-6C80-C836-790A-2BE2CEBD1B46}"/>
              </a:ext>
            </a:extLst>
          </p:cNvPr>
          <p:cNvSpPr/>
          <p:nvPr/>
        </p:nvSpPr>
        <p:spPr>
          <a:xfrm>
            <a:off x="7075488" y="3349625"/>
            <a:ext cx="600075" cy="504825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6A5399DE-C135-8D16-75B2-CD07B1C1DE1D}"/>
              </a:ext>
            </a:extLst>
          </p:cNvPr>
          <p:cNvSpPr/>
          <p:nvPr/>
        </p:nvSpPr>
        <p:spPr>
          <a:xfrm>
            <a:off x="7885113" y="3341688"/>
            <a:ext cx="600075" cy="503237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6D36FE5-9E77-1EFB-3CEB-A61E78AEB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3322638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B9761C6-975A-434A-1C00-A22BDAD11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0675" y="3348038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9BB86FB-9C33-F125-921E-E57106B70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5783263"/>
            <a:ext cx="215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下午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49170" name="矩形 1">
            <a:extLst>
              <a:ext uri="{FF2B5EF4-FFF2-40B4-BE49-F238E27FC236}">
                <a16:creationId xmlns:a16="http://schemas.microsoft.com/office/drawing/2014/main" id="{5B707183-04B0-A856-4C07-278C084FF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638175"/>
            <a:ext cx="82470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品睿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在下午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分出門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分鐘後到電影院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是下午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49171" name="圖片 15">
            <a:extLst>
              <a:ext uri="{FF2B5EF4-FFF2-40B4-BE49-F238E27FC236}">
                <a16:creationId xmlns:a16="http://schemas.microsoft.com/office/drawing/2014/main" id="{E446EA24-0416-D876-8B8D-6164FE1BF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747713"/>
            <a:ext cx="2746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72" name="圖片 3">
            <a:extLst>
              <a:ext uri="{FF2B5EF4-FFF2-40B4-BE49-F238E27FC236}">
                <a16:creationId xmlns:a16="http://schemas.microsoft.com/office/drawing/2014/main" id="{B3BD04D3-25EA-9AA5-34A1-B1C7D6E56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17475"/>
            <a:ext cx="3889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BBF2F693-3D62-DD5C-E176-5350029B2442}"/>
              </a:ext>
            </a:extLst>
          </p:cNvPr>
          <p:cNvCxnSpPr/>
          <p:nvPr/>
        </p:nvCxnSpPr>
        <p:spPr>
          <a:xfrm flipV="1">
            <a:off x="519113" y="2641600"/>
            <a:ext cx="4462462" cy="111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橢圓 39">
            <a:extLst>
              <a:ext uri="{FF2B5EF4-FFF2-40B4-BE49-F238E27FC236}">
                <a16:creationId xmlns:a16="http://schemas.microsoft.com/office/drawing/2014/main" id="{B66E7C53-E0EE-28C8-EC88-98A270FB2D7A}"/>
              </a:ext>
            </a:extLst>
          </p:cNvPr>
          <p:cNvSpPr/>
          <p:nvPr/>
        </p:nvSpPr>
        <p:spPr>
          <a:xfrm>
            <a:off x="1620838" y="2576513"/>
            <a:ext cx="144462" cy="1428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E0925AAB-A407-07E8-8270-7711CBE9CA82}"/>
              </a:ext>
            </a:extLst>
          </p:cNvPr>
          <p:cNvSpPr/>
          <p:nvPr/>
        </p:nvSpPr>
        <p:spPr>
          <a:xfrm>
            <a:off x="3844925" y="2570163"/>
            <a:ext cx="142875" cy="1444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88A32EC8-DDB4-4C9C-7E9F-40A1FA781BCA}"/>
              </a:ext>
            </a:extLst>
          </p:cNvPr>
          <p:cNvGrpSpPr>
            <a:grpSpLocks/>
          </p:cNvGrpSpPr>
          <p:nvPr/>
        </p:nvGrpSpPr>
        <p:grpSpPr bwMode="auto">
          <a:xfrm>
            <a:off x="708025" y="1893888"/>
            <a:ext cx="1944688" cy="720725"/>
            <a:chOff x="1223628" y="3875449"/>
            <a:chExt cx="1944216" cy="720309"/>
          </a:xfrm>
        </p:grpSpPr>
        <p:sp>
          <p:nvSpPr>
            <p:cNvPr id="45" name="圓角矩形 44">
              <a:extLst>
                <a:ext uri="{FF2B5EF4-FFF2-40B4-BE49-F238E27FC236}">
                  <a16:creationId xmlns:a16="http://schemas.microsoft.com/office/drawing/2014/main" id="{893AEFAC-6054-BB48-64BF-331C61FBA9B3}"/>
                </a:ext>
              </a:extLst>
            </p:cNvPr>
            <p:cNvSpPr/>
            <p:nvPr/>
          </p:nvSpPr>
          <p:spPr>
            <a:xfrm>
              <a:off x="1223628" y="3875449"/>
              <a:ext cx="1944216" cy="431551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20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6580485A-A4ED-7FE0-470C-0B1C09C62021}"/>
                </a:ext>
              </a:extLst>
            </p:cNvPr>
            <p:cNvCxnSpPr>
              <a:stCxn id="45" idx="2"/>
            </p:cNvCxnSpPr>
            <p:nvPr/>
          </p:nvCxnSpPr>
          <p:spPr>
            <a:xfrm>
              <a:off x="2196530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63F6AC05-E429-E529-1160-F0A881AC3773}"/>
              </a:ext>
            </a:extLst>
          </p:cNvPr>
          <p:cNvGrpSpPr>
            <a:grpSpLocks/>
          </p:cNvGrpSpPr>
          <p:nvPr/>
        </p:nvGrpSpPr>
        <p:grpSpPr bwMode="auto">
          <a:xfrm>
            <a:off x="2933700" y="1912938"/>
            <a:ext cx="1963738" cy="719137"/>
            <a:chOff x="1223628" y="3875449"/>
            <a:chExt cx="1964098" cy="720309"/>
          </a:xfrm>
        </p:grpSpPr>
        <p:sp>
          <p:nvSpPr>
            <p:cNvPr id="50" name="圓角矩形 49">
              <a:extLst>
                <a:ext uri="{FF2B5EF4-FFF2-40B4-BE49-F238E27FC236}">
                  <a16:creationId xmlns:a16="http://schemas.microsoft.com/office/drawing/2014/main" id="{9FB543F7-ADBA-35BA-5640-93E509F5A718}"/>
                </a:ext>
              </a:extLst>
            </p:cNvPr>
            <p:cNvSpPr/>
            <p:nvPr/>
          </p:nvSpPr>
          <p:spPr>
            <a:xfrm>
              <a:off x="1223628" y="3875449"/>
              <a:ext cx="1964098" cy="432504"/>
            </a:xfrm>
            <a:prstGeom prst="roundRect">
              <a:avLst>
                <a:gd name="adj" fmla="val 44869"/>
              </a:avLst>
            </a:prstGeom>
            <a:noFill/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     時     分</a:t>
              </a:r>
            </a:p>
          </p:txBody>
        </p: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43563B93-CD3E-D7B8-644E-5C5E8310E08F}"/>
                </a:ext>
              </a:extLst>
            </p:cNvPr>
            <p:cNvCxnSpPr>
              <a:stCxn id="50" idx="2"/>
            </p:cNvCxnSpPr>
            <p:nvPr/>
          </p:nvCxnSpPr>
          <p:spPr>
            <a:xfrm flipH="1">
              <a:off x="2195356" y="4307953"/>
              <a:ext cx="0" cy="287805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B6543837-719A-45B9-A846-92C2152F9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975" y="1893888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77715E9-988D-5E67-BE0F-AD7206B45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5" y="189388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1479C2FC-09F5-02FE-FC6A-4AAF09A26951}"/>
              </a:ext>
            </a:extLst>
          </p:cNvPr>
          <p:cNvGrpSpPr>
            <a:grpSpLocks/>
          </p:cNvGrpSpPr>
          <p:nvPr/>
        </p:nvGrpSpPr>
        <p:grpSpPr bwMode="auto">
          <a:xfrm>
            <a:off x="1666875" y="2698750"/>
            <a:ext cx="2320925" cy="420688"/>
            <a:chOff x="2047443" y="2950659"/>
            <a:chExt cx="2321878" cy="419586"/>
          </a:xfrm>
        </p:grpSpPr>
        <p:pic>
          <p:nvPicPr>
            <p:cNvPr id="49181" name="圖片 57">
              <a:extLst>
                <a:ext uri="{FF2B5EF4-FFF2-40B4-BE49-F238E27FC236}">
                  <a16:creationId xmlns:a16="http://schemas.microsoft.com/office/drawing/2014/main" id="{CF0376EE-95BA-C0C7-1F34-99F51DB25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047443" y="2954209"/>
              <a:ext cx="2321878" cy="416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82" name="矩形 58">
              <a:extLst>
                <a:ext uri="{FF2B5EF4-FFF2-40B4-BE49-F238E27FC236}">
                  <a16:creationId xmlns:a16="http://schemas.microsoft.com/office/drawing/2014/main" id="{279E315C-D88D-3903-7E15-3070E1003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4339" y="2950659"/>
              <a:ext cx="14927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1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小時</a:t>
              </a:r>
              <a:r>
                <a:rPr lang="en-US" altLang="zh-TW" sz="1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10</a:t>
              </a:r>
              <a:r>
                <a:rPr lang="zh-TW" altLang="en-US" sz="1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分鐘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30" grpId="0" animBg="1"/>
      <p:bldP spid="32" grpId="0"/>
      <p:bldP spid="14" grpId="0"/>
      <p:bldP spid="16" grpId="0"/>
      <p:bldP spid="42" grpId="0"/>
      <p:bldP spid="43" grpId="0"/>
      <p:bldP spid="38" grpId="0" animBg="1"/>
      <p:bldP spid="39" grpId="0" animBg="1"/>
      <p:bldP spid="46" grpId="0"/>
      <p:bldP spid="47" grpId="0"/>
      <p:bldP spid="57" grpId="0"/>
      <p:bldP spid="40" grpId="0" animBg="1"/>
      <p:bldP spid="41" grpId="0" animBg="1"/>
      <p:bldP spid="52" grpId="0"/>
      <p:bldP spid="5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矩形 1">
            <a:extLst>
              <a:ext uri="{FF2B5EF4-FFF2-40B4-BE49-F238E27FC236}">
                <a16:creationId xmlns:a16="http://schemas.microsoft.com/office/drawing/2014/main" id="{2829FBCD-8F61-59D1-C62D-0FDDD938F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662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品睿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同學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起去看電影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0179" name="矩形 33">
            <a:extLst>
              <a:ext uri="{FF2B5EF4-FFF2-40B4-BE49-F238E27FC236}">
                <a16:creationId xmlns:a16="http://schemas.microsoft.com/office/drawing/2014/main" id="{5D5DBA85-CBF4-853C-8803-AEDEA1725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5876925"/>
            <a:ext cx="4708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i="1" u="sng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              </a:t>
            </a:r>
            <a:r>
              <a:rPr lang="zh-TW" altLang="en-US" i="1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r>
              <a:rPr lang="zh-TW" altLang="en-US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endParaRPr lang="zh-TW" altLang="en-US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C0E99C8-CF61-BBF6-4168-46A89941C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5783263"/>
            <a:ext cx="215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下午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38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50181" name="矩形 1">
            <a:extLst>
              <a:ext uri="{FF2B5EF4-FFF2-40B4-BE49-F238E27FC236}">
                <a16:creationId xmlns:a16="http://schemas.microsoft.com/office/drawing/2014/main" id="{671620F8-19E3-FA44-1B81-C41F623C5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638175"/>
            <a:ext cx="8294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品睿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在下午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54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分看完電影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電影共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播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放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16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電影在下午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分開始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播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放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8FCD10D-0FF5-67C9-52C6-68B9B07F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078288"/>
            <a:ext cx="6186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分－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                 時                 分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圓角矩形 47">
            <a:extLst>
              <a:ext uri="{FF2B5EF4-FFF2-40B4-BE49-F238E27FC236}">
                <a16:creationId xmlns:a16="http://schemas.microsoft.com/office/drawing/2014/main" id="{BA2CE2C1-BE0A-723E-05B5-2219C195CFAA}"/>
              </a:ext>
            </a:extLst>
          </p:cNvPr>
          <p:cNvSpPr/>
          <p:nvPr/>
        </p:nvSpPr>
        <p:spPr>
          <a:xfrm>
            <a:off x="3243263" y="4060825"/>
            <a:ext cx="1138237" cy="50323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84416D95-FA23-957E-4A87-EEF38FB42F75}"/>
              </a:ext>
            </a:extLst>
          </p:cNvPr>
          <p:cNvSpPr/>
          <p:nvPr/>
        </p:nvSpPr>
        <p:spPr>
          <a:xfrm>
            <a:off x="4856163" y="4060825"/>
            <a:ext cx="1136650" cy="50323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BFBA833-7F9D-DDBE-4CE5-77E191EB4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441575"/>
            <a:ext cx="1622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8       54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F6F3F3E-93D1-32C6-F539-C7B0663DD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2133600"/>
            <a:ext cx="162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4D4D4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  <a:endParaRPr lang="zh-TW" altLang="en-US" sz="1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E5C915-88C2-A0EC-F707-AD9426E2D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5" y="2860675"/>
            <a:ext cx="1801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</a:t>
            </a:r>
            <a:endParaRPr lang="zh-TW" altLang="en-US" sz="2400">
              <a:solidFill>
                <a:srgbClr val="004DF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E98B1439-C7DB-EC71-3ED6-6234E37FFC2F}"/>
              </a:ext>
            </a:extLst>
          </p:cNvPr>
          <p:cNvCxnSpPr/>
          <p:nvPr/>
        </p:nvCxnSpPr>
        <p:spPr>
          <a:xfrm>
            <a:off x="6732588" y="3314700"/>
            <a:ext cx="173355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58AC5224-FD2C-9B87-FC24-D15015C44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4033838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46EA650-DB5D-2985-B054-8B210AD02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5" y="406717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38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2" name="圓角矩形 61">
            <a:extLst>
              <a:ext uri="{FF2B5EF4-FFF2-40B4-BE49-F238E27FC236}">
                <a16:creationId xmlns:a16="http://schemas.microsoft.com/office/drawing/2014/main" id="{AFFCB465-83E0-DDA7-B79A-6EBBC279C39E}"/>
              </a:ext>
            </a:extLst>
          </p:cNvPr>
          <p:cNvSpPr/>
          <p:nvPr/>
        </p:nvSpPr>
        <p:spPr>
          <a:xfrm>
            <a:off x="7075488" y="3349625"/>
            <a:ext cx="600075" cy="504825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600"/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8C3578D5-354C-5BFE-35A7-72CA46976AA7}"/>
              </a:ext>
            </a:extLst>
          </p:cNvPr>
          <p:cNvSpPr/>
          <p:nvPr/>
        </p:nvSpPr>
        <p:spPr>
          <a:xfrm>
            <a:off x="7885113" y="3341688"/>
            <a:ext cx="600075" cy="503237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60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9549E91-88D6-8729-27AE-23BB220D6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332263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41CAD22-D420-7DD6-3563-156B606E7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6075" y="3348038"/>
            <a:ext cx="493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38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0195" name="圖片 3">
            <a:extLst>
              <a:ext uri="{FF2B5EF4-FFF2-40B4-BE49-F238E27FC236}">
                <a16:creationId xmlns:a16="http://schemas.microsoft.com/office/drawing/2014/main" id="{A6575CB5-8DF7-E9B8-386D-5F268D3B2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8" y="117475"/>
            <a:ext cx="45402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96" name="圖片 16">
            <a:extLst>
              <a:ext uri="{FF2B5EF4-FFF2-40B4-BE49-F238E27FC236}">
                <a16:creationId xmlns:a16="http://schemas.microsoft.com/office/drawing/2014/main" id="{3BBB1D7D-467D-7E8A-3B34-8A73314F2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715963"/>
            <a:ext cx="357188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DDEA6329-53F6-ECF0-5798-3865DC3CFF5F}"/>
              </a:ext>
            </a:extLst>
          </p:cNvPr>
          <p:cNvCxnSpPr/>
          <p:nvPr/>
        </p:nvCxnSpPr>
        <p:spPr>
          <a:xfrm flipV="1">
            <a:off x="900113" y="2894013"/>
            <a:ext cx="4462462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1B850F42-29A0-B66E-FDA4-F8F78087CA49}"/>
              </a:ext>
            </a:extLst>
          </p:cNvPr>
          <p:cNvSpPr/>
          <p:nvPr/>
        </p:nvSpPr>
        <p:spPr>
          <a:xfrm>
            <a:off x="2001838" y="2827338"/>
            <a:ext cx="144462" cy="1444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08FA298B-303B-E148-8C04-DB30A43DA5EF}"/>
              </a:ext>
            </a:extLst>
          </p:cNvPr>
          <p:cNvSpPr/>
          <p:nvPr/>
        </p:nvSpPr>
        <p:spPr>
          <a:xfrm>
            <a:off x="4225925" y="2820988"/>
            <a:ext cx="142875" cy="1444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948A428B-2651-F6A2-2C39-DFA18F0F600B}"/>
              </a:ext>
            </a:extLst>
          </p:cNvPr>
          <p:cNvGrpSpPr>
            <a:grpSpLocks/>
          </p:cNvGrpSpPr>
          <p:nvPr/>
        </p:nvGrpSpPr>
        <p:grpSpPr bwMode="auto">
          <a:xfrm>
            <a:off x="3322638" y="2162175"/>
            <a:ext cx="1944687" cy="720725"/>
            <a:chOff x="1223628" y="3875449"/>
            <a:chExt cx="1944216" cy="720309"/>
          </a:xfrm>
        </p:grpSpPr>
        <p:sp>
          <p:nvSpPr>
            <p:cNvPr id="38" name="圓角矩形 37">
              <a:extLst>
                <a:ext uri="{FF2B5EF4-FFF2-40B4-BE49-F238E27FC236}">
                  <a16:creationId xmlns:a16="http://schemas.microsoft.com/office/drawing/2014/main" id="{7012116B-C054-EF59-F263-4C1E02BAF023}"/>
                </a:ext>
              </a:extLst>
            </p:cNvPr>
            <p:cNvSpPr/>
            <p:nvPr/>
          </p:nvSpPr>
          <p:spPr>
            <a:xfrm>
              <a:off x="1223628" y="3875449"/>
              <a:ext cx="1944216" cy="431551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8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54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9994F52D-936E-1D59-C023-E943F3AF9236}"/>
                </a:ext>
              </a:extLst>
            </p:cNvPr>
            <p:cNvCxnSpPr>
              <a:stCxn id="38" idx="2"/>
            </p:cNvCxnSpPr>
            <p:nvPr/>
          </p:nvCxnSpPr>
          <p:spPr>
            <a:xfrm>
              <a:off x="2196529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656F87C0-4EEB-6DAC-F442-875827F20ED2}"/>
              </a:ext>
            </a:extLst>
          </p:cNvPr>
          <p:cNvGrpSpPr>
            <a:grpSpLocks/>
          </p:cNvGrpSpPr>
          <p:nvPr/>
        </p:nvGrpSpPr>
        <p:grpSpPr bwMode="auto">
          <a:xfrm>
            <a:off x="1106488" y="2133600"/>
            <a:ext cx="1963737" cy="720725"/>
            <a:chOff x="1223628" y="3875449"/>
            <a:chExt cx="1964098" cy="720309"/>
          </a:xfrm>
        </p:grpSpPr>
        <p:sp>
          <p:nvSpPr>
            <p:cNvPr id="41" name="圓角矩形 40">
              <a:extLst>
                <a:ext uri="{FF2B5EF4-FFF2-40B4-BE49-F238E27FC236}">
                  <a16:creationId xmlns:a16="http://schemas.microsoft.com/office/drawing/2014/main" id="{1E18CE9A-6746-6861-B642-03901B2007B1}"/>
                </a:ext>
              </a:extLst>
            </p:cNvPr>
            <p:cNvSpPr/>
            <p:nvPr/>
          </p:nvSpPr>
          <p:spPr>
            <a:xfrm>
              <a:off x="1223628" y="3875449"/>
              <a:ext cx="1964098" cy="431551"/>
            </a:xfrm>
            <a:prstGeom prst="roundRect">
              <a:avLst>
                <a:gd name="adj" fmla="val 44869"/>
              </a:avLst>
            </a:prstGeom>
            <a:noFill/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     時     分</a:t>
              </a:r>
            </a:p>
          </p:txBody>
        </p: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6807E195-CFDA-F779-D99C-982944B027BC}"/>
                </a:ext>
              </a:extLst>
            </p:cNvPr>
            <p:cNvCxnSpPr>
              <a:stCxn id="41" idx="2"/>
            </p:cNvCxnSpPr>
            <p:nvPr/>
          </p:nvCxnSpPr>
          <p:spPr>
            <a:xfrm flipH="1">
              <a:off x="2195357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2382BD31-AA2D-1F35-F1DD-B27FFB695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63" y="2116138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49F3F14-237E-85B8-EDB6-3785CB6C6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21161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38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E023A9D2-8A6D-9214-303F-ED0BBE1DCEA1}"/>
              </a:ext>
            </a:extLst>
          </p:cNvPr>
          <p:cNvGrpSpPr>
            <a:grpSpLocks/>
          </p:cNvGrpSpPr>
          <p:nvPr/>
        </p:nvGrpSpPr>
        <p:grpSpPr bwMode="auto">
          <a:xfrm>
            <a:off x="2047875" y="2954338"/>
            <a:ext cx="2320925" cy="415925"/>
            <a:chOff x="2047443" y="2954209"/>
            <a:chExt cx="2321878" cy="416036"/>
          </a:xfrm>
        </p:grpSpPr>
        <p:pic>
          <p:nvPicPr>
            <p:cNvPr id="50205" name="圖片 46">
              <a:extLst>
                <a:ext uri="{FF2B5EF4-FFF2-40B4-BE49-F238E27FC236}">
                  <a16:creationId xmlns:a16="http://schemas.microsoft.com/office/drawing/2014/main" id="{A5A3AE71-3153-69E3-318C-8A7F1DF19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7443" y="2954209"/>
              <a:ext cx="2321878" cy="416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206" name="矩形 52">
              <a:extLst>
                <a:ext uri="{FF2B5EF4-FFF2-40B4-BE49-F238E27FC236}">
                  <a16:creationId xmlns:a16="http://schemas.microsoft.com/office/drawing/2014/main" id="{90B18772-14D8-17C1-3119-5485EF200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911" y="2965703"/>
              <a:ext cx="14542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r>
                <a:rPr lang="zh-TW" altLang="en-US" sz="1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小時</a:t>
              </a:r>
              <a:r>
                <a:rPr lang="en-US" altLang="zh-TW" sz="1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16</a:t>
              </a:r>
              <a:r>
                <a:rPr lang="zh-TW" altLang="en-US" sz="1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分鐘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45" grpId="0"/>
      <p:bldP spid="48" grpId="0" animBg="1"/>
      <p:bldP spid="49" grpId="0" animBg="1"/>
      <p:bldP spid="50" grpId="0"/>
      <p:bldP spid="51" grpId="0"/>
      <p:bldP spid="52" grpId="0"/>
      <p:bldP spid="56" grpId="0"/>
      <p:bldP spid="58" grpId="0"/>
      <p:bldP spid="62" grpId="0" animBg="1"/>
      <p:bldP spid="63" grpId="0" animBg="1"/>
      <p:bldP spid="64" grpId="0"/>
      <p:bldP spid="65" grpId="0"/>
      <p:bldP spid="33" grpId="0" animBg="1"/>
      <p:bldP spid="36" grpId="0" animBg="1"/>
      <p:bldP spid="43" grpId="0"/>
      <p:bldP spid="4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圖片 1">
            <a:extLst>
              <a:ext uri="{FF2B5EF4-FFF2-40B4-BE49-F238E27FC236}">
                <a16:creationId xmlns:a16="http://schemas.microsoft.com/office/drawing/2014/main" id="{35CCBE17-B58A-7FAE-5C32-B74CBAEF9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矩形 41">
            <a:extLst>
              <a:ext uri="{FF2B5EF4-FFF2-40B4-BE49-F238E27FC236}">
                <a16:creationId xmlns:a16="http://schemas.microsoft.com/office/drawing/2014/main" id="{13F5E3C8-E09E-FFBC-6292-A1B83F6C4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841375"/>
            <a:ext cx="856456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哥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哥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從下午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18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分開始打籃球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分鐘後打完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是下午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FF0A5A-D506-BC6F-FB4E-8AE17CEC8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3" y="2154238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分＋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29882C-1EB3-2FE5-945F-0BAA1F685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2166938"/>
            <a:ext cx="14414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33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9DFA1F-63D5-C1CC-435F-E33443EA9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789363"/>
            <a:ext cx="162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3       18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38BAF0-C790-9B40-E662-4FBFB6E9A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81388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87572C-2A8D-BC20-423E-61EC890B9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4208463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10355863-E7ED-635B-47AF-F5F45669BAF0}"/>
              </a:ext>
            </a:extLst>
          </p:cNvPr>
          <p:cNvCxnSpPr/>
          <p:nvPr/>
        </p:nvCxnSpPr>
        <p:spPr>
          <a:xfrm>
            <a:off x="755650" y="4662488"/>
            <a:ext cx="1733550" cy="0"/>
          </a:xfrm>
          <a:prstGeom prst="line">
            <a:avLst/>
          </a:prstGeom>
          <a:ln w="38100">
            <a:solidFill>
              <a:srgbClr val="F71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2C230A7D-E970-04AF-775C-DDAB69DF7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88" y="47132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30CDFF9-6090-AE9A-7B50-9E376D45A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25" y="47021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33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3B70E9B-A905-9F3F-548B-1145FC0FE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5472113"/>
            <a:ext cx="28781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答：下午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33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  <p:bldP spid="24" grpId="0"/>
      <p:bldP spid="25" grpId="0"/>
      <p:bldP spid="29" grpId="0"/>
      <p:bldP spid="30" grpId="0"/>
      <p:bldP spid="3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矩形 1">
            <a:extLst>
              <a:ext uri="{FF2B5EF4-FFF2-40B4-BE49-F238E27FC236}">
                <a16:creationId xmlns:a16="http://schemas.microsoft.com/office/drawing/2014/main" id="{D55BD362-5321-3A33-A8EA-78248497C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6629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思妤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從下午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分開始睡午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覺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在下午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分起床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思妤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睡了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75E653-2A54-BE1A-57FB-3AA7BC825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081463"/>
            <a:ext cx="6186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分－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                 時                 分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5D72A616-2119-53F4-4641-9A445A5EA971}"/>
              </a:ext>
            </a:extLst>
          </p:cNvPr>
          <p:cNvSpPr/>
          <p:nvPr/>
        </p:nvSpPr>
        <p:spPr>
          <a:xfrm>
            <a:off x="3243263" y="4060825"/>
            <a:ext cx="1138237" cy="50323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B627611F-92A4-D426-FD66-1E237F4BCD1D}"/>
              </a:ext>
            </a:extLst>
          </p:cNvPr>
          <p:cNvSpPr/>
          <p:nvPr/>
        </p:nvSpPr>
        <p:spPr>
          <a:xfrm>
            <a:off x="4856163" y="4060825"/>
            <a:ext cx="1136650" cy="50323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2DD0271-6810-2DE1-6761-A0E4B87FC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441575"/>
            <a:ext cx="1622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2      40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3A9A73-BE04-2A42-292B-A2B898FB3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2133600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4D4D4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AEB119-6EB0-78E2-0832-9C63351FA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5" y="2860675"/>
            <a:ext cx="1801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endParaRPr lang="zh-TW" altLang="en-US" sz="2400">
              <a:solidFill>
                <a:srgbClr val="004DF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C207C7CB-1B57-CDF5-FF87-CAD61D0584A9}"/>
              </a:ext>
            </a:extLst>
          </p:cNvPr>
          <p:cNvCxnSpPr/>
          <p:nvPr/>
        </p:nvCxnSpPr>
        <p:spPr>
          <a:xfrm>
            <a:off x="6732588" y="3314700"/>
            <a:ext cx="173355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34" name="矩形 33">
            <a:extLst>
              <a:ext uri="{FF2B5EF4-FFF2-40B4-BE49-F238E27FC236}">
                <a16:creationId xmlns:a16="http://schemas.microsoft.com/office/drawing/2014/main" id="{BE8D9397-CBF5-5815-AB7A-3C6D5281F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5876925"/>
            <a:ext cx="4708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i="1" u="sng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              </a:t>
            </a:r>
            <a:r>
              <a:rPr lang="zh-TW" altLang="en-US" i="1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r>
              <a:rPr lang="zh-TW" altLang="en-US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endParaRPr lang="zh-TW" altLang="en-US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C668C2-6914-B563-DAA1-1D5B2E3A2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4051300"/>
            <a:ext cx="3635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F8D223A-1CFC-943F-E8CA-85BBADEE3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5" y="4051300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01552A5D-F827-0202-25BC-5D3BA66FBE5B}"/>
              </a:ext>
            </a:extLst>
          </p:cNvPr>
          <p:cNvSpPr/>
          <p:nvPr/>
        </p:nvSpPr>
        <p:spPr>
          <a:xfrm>
            <a:off x="7134225" y="3357563"/>
            <a:ext cx="600075" cy="504825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600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4B2CFC2-2E86-199B-6F68-0767D34B95E4}"/>
              </a:ext>
            </a:extLst>
          </p:cNvPr>
          <p:cNvSpPr/>
          <p:nvPr/>
        </p:nvSpPr>
        <p:spPr>
          <a:xfrm>
            <a:off x="7885113" y="3341688"/>
            <a:ext cx="600075" cy="503237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6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4C8B943-0490-7EFC-9F67-5FA0DD5A5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675" y="3330575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F08ACB1-9DB3-16FD-57E1-F2EEE3AFD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6075" y="3348038"/>
            <a:ext cx="493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E9E6D76-864C-FA6B-0A63-58F0DA7A5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5783263"/>
            <a:ext cx="215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</a:p>
        </p:txBody>
      </p:sp>
      <p:pic>
        <p:nvPicPr>
          <p:cNvPr id="52242" name="圖片 4">
            <a:extLst>
              <a:ext uri="{FF2B5EF4-FFF2-40B4-BE49-F238E27FC236}">
                <a16:creationId xmlns:a16="http://schemas.microsoft.com/office/drawing/2014/main" id="{EA498C0D-C975-1ACC-CE5D-F2288C741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3" y="133350"/>
            <a:ext cx="4508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FE6B1F82-F881-CEDC-DEA1-5C52BC920D3A}"/>
              </a:ext>
            </a:extLst>
          </p:cNvPr>
          <p:cNvCxnSpPr/>
          <p:nvPr/>
        </p:nvCxnSpPr>
        <p:spPr>
          <a:xfrm flipV="1">
            <a:off x="519113" y="2641600"/>
            <a:ext cx="4462462" cy="111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>
            <a:extLst>
              <a:ext uri="{FF2B5EF4-FFF2-40B4-BE49-F238E27FC236}">
                <a16:creationId xmlns:a16="http://schemas.microsoft.com/office/drawing/2014/main" id="{DA77E871-EA1C-6FFD-06B9-8EF7862D15BC}"/>
              </a:ext>
            </a:extLst>
          </p:cNvPr>
          <p:cNvSpPr/>
          <p:nvPr/>
        </p:nvSpPr>
        <p:spPr>
          <a:xfrm>
            <a:off x="1620838" y="2576513"/>
            <a:ext cx="144462" cy="1428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F910E8F2-1A0C-B0F3-AB67-C665019481E3}"/>
              </a:ext>
            </a:extLst>
          </p:cNvPr>
          <p:cNvSpPr/>
          <p:nvPr/>
        </p:nvSpPr>
        <p:spPr>
          <a:xfrm>
            <a:off x="3844925" y="2570163"/>
            <a:ext cx="142875" cy="1444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82C83422-009A-EFEB-6E4D-0BB57D6F917B}"/>
              </a:ext>
            </a:extLst>
          </p:cNvPr>
          <p:cNvGrpSpPr>
            <a:grpSpLocks/>
          </p:cNvGrpSpPr>
          <p:nvPr/>
        </p:nvGrpSpPr>
        <p:grpSpPr bwMode="auto">
          <a:xfrm>
            <a:off x="708025" y="1893888"/>
            <a:ext cx="1944688" cy="720725"/>
            <a:chOff x="1223628" y="3875449"/>
            <a:chExt cx="1944216" cy="720309"/>
          </a:xfrm>
        </p:grpSpPr>
        <p:sp>
          <p:nvSpPr>
            <p:cNvPr id="44" name="圓角矩形 43">
              <a:extLst>
                <a:ext uri="{FF2B5EF4-FFF2-40B4-BE49-F238E27FC236}">
                  <a16:creationId xmlns:a16="http://schemas.microsoft.com/office/drawing/2014/main" id="{1EFDB08B-0594-CF45-70E9-A59EBCFE1DCE}"/>
                </a:ext>
              </a:extLst>
            </p:cNvPr>
            <p:cNvSpPr/>
            <p:nvPr/>
          </p:nvSpPr>
          <p:spPr>
            <a:xfrm>
              <a:off x="1223628" y="3875449"/>
              <a:ext cx="1944216" cy="431551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15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321A7D8E-E1CE-8858-EB92-E3FBD9F6064F}"/>
                </a:ext>
              </a:extLst>
            </p:cNvPr>
            <p:cNvCxnSpPr>
              <a:stCxn id="44" idx="2"/>
            </p:cNvCxnSpPr>
            <p:nvPr/>
          </p:nvCxnSpPr>
          <p:spPr>
            <a:xfrm>
              <a:off x="2196530" y="4307000"/>
              <a:ext cx="0" cy="288758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883B24D3-EDB7-D5AB-DB7F-B384BD1A6520}"/>
              </a:ext>
            </a:extLst>
          </p:cNvPr>
          <p:cNvGrpSpPr>
            <a:grpSpLocks/>
          </p:cNvGrpSpPr>
          <p:nvPr/>
        </p:nvGrpSpPr>
        <p:grpSpPr bwMode="auto">
          <a:xfrm>
            <a:off x="2933700" y="1912938"/>
            <a:ext cx="1963738" cy="719137"/>
            <a:chOff x="1223628" y="3875449"/>
            <a:chExt cx="1964098" cy="720309"/>
          </a:xfrm>
        </p:grpSpPr>
        <p:sp>
          <p:nvSpPr>
            <p:cNvPr id="49" name="圓角矩形 48">
              <a:extLst>
                <a:ext uri="{FF2B5EF4-FFF2-40B4-BE49-F238E27FC236}">
                  <a16:creationId xmlns:a16="http://schemas.microsoft.com/office/drawing/2014/main" id="{9B287527-1BAB-2D77-EFF1-9AA05F9BC7ED}"/>
                </a:ext>
              </a:extLst>
            </p:cNvPr>
            <p:cNvSpPr/>
            <p:nvPr/>
          </p:nvSpPr>
          <p:spPr>
            <a:xfrm>
              <a:off x="1223628" y="3875449"/>
              <a:ext cx="1964098" cy="432504"/>
            </a:xfrm>
            <a:prstGeom prst="roundRect">
              <a:avLst>
                <a:gd name="adj" fmla="val 44869"/>
              </a:avLst>
            </a:prstGeom>
            <a:solidFill>
              <a:srgbClr val="D4F0FD"/>
            </a:solidFill>
            <a:ln>
              <a:solidFill>
                <a:srgbClr val="00B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下午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</a:t>
              </a:r>
              <a:r>
                <a: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40</a:t>
              </a: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B2DFBF80-275D-04B2-EDB0-9AD9876E4A9F}"/>
                </a:ext>
              </a:extLst>
            </p:cNvPr>
            <p:cNvCxnSpPr>
              <a:stCxn id="49" idx="2"/>
            </p:cNvCxnSpPr>
            <p:nvPr/>
          </p:nvCxnSpPr>
          <p:spPr>
            <a:xfrm flipH="1">
              <a:off x="2195356" y="4307953"/>
              <a:ext cx="0" cy="287805"/>
            </a:xfrm>
            <a:prstGeom prst="line">
              <a:avLst/>
            </a:prstGeom>
            <a:ln w="38100">
              <a:solidFill>
                <a:srgbClr val="00AAE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F18C1587-2DB1-EE7F-88AA-D364308BA4DA}"/>
              </a:ext>
            </a:extLst>
          </p:cNvPr>
          <p:cNvGrpSpPr>
            <a:grpSpLocks/>
          </p:cNvGrpSpPr>
          <p:nvPr/>
        </p:nvGrpSpPr>
        <p:grpSpPr bwMode="auto">
          <a:xfrm>
            <a:off x="1666875" y="2703513"/>
            <a:ext cx="2320925" cy="415925"/>
            <a:chOff x="1666443" y="2702749"/>
            <a:chExt cx="2321878" cy="416036"/>
          </a:xfrm>
        </p:grpSpPr>
        <p:grpSp>
          <p:nvGrpSpPr>
            <p:cNvPr id="52251" name="群組 52">
              <a:extLst>
                <a:ext uri="{FF2B5EF4-FFF2-40B4-BE49-F238E27FC236}">
                  <a16:creationId xmlns:a16="http://schemas.microsoft.com/office/drawing/2014/main" id="{5B4DCABA-8F08-7A48-74E9-7BB923C44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66443" y="2702749"/>
              <a:ext cx="2321878" cy="416036"/>
              <a:chOff x="2047443" y="2954209"/>
              <a:chExt cx="2321878" cy="416036"/>
            </a:xfrm>
          </p:grpSpPr>
          <p:pic>
            <p:nvPicPr>
              <p:cNvPr id="52254" name="圖片 53">
                <a:extLst>
                  <a:ext uri="{FF2B5EF4-FFF2-40B4-BE49-F238E27FC236}">
                    <a16:creationId xmlns:a16="http://schemas.microsoft.com/office/drawing/2014/main" id="{702F998B-00DF-BA84-D6A0-E913DE4A7E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047443" y="2954209"/>
                <a:ext cx="2321878" cy="4160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255" name="矩形 54">
                <a:extLst>
                  <a:ext uri="{FF2B5EF4-FFF2-40B4-BE49-F238E27FC236}">
                    <a16:creationId xmlns:a16="http://schemas.microsoft.com/office/drawing/2014/main" id="{6E911312-7835-4391-3C88-4F1008836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9889" y="2963359"/>
                <a:ext cx="185820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TW" altLang="en-US" sz="1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小時        分鐘</a:t>
                </a:r>
              </a:p>
            </p:txBody>
          </p:sp>
        </p:grp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9FFA5124-2936-B7CB-EC5E-82F8403A7F49}"/>
                </a:ext>
              </a:extLst>
            </p:cNvPr>
            <p:cNvSpPr/>
            <p:nvPr/>
          </p:nvSpPr>
          <p:spPr>
            <a:xfrm>
              <a:off x="1780790" y="2755150"/>
              <a:ext cx="431977" cy="3048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0B76775F-C44C-02C2-10B1-A9EAF0E1B098}"/>
                </a:ext>
              </a:extLst>
            </p:cNvPr>
            <p:cNvSpPr/>
            <p:nvPr/>
          </p:nvSpPr>
          <p:spPr>
            <a:xfrm>
              <a:off x="2703507" y="2755150"/>
              <a:ext cx="431977" cy="3048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B0EBF07A-57A5-A3FE-FDD2-DC96ECC66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275" y="2663825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8336E2D-BAFE-D884-94C0-18A156191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6860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30" grpId="0" animBg="1"/>
      <p:bldP spid="32" grpId="0"/>
      <p:bldP spid="14" grpId="0"/>
      <p:bldP spid="16" grpId="0"/>
      <p:bldP spid="42" grpId="0"/>
      <p:bldP spid="43" grpId="0"/>
      <p:bldP spid="38" grpId="0" animBg="1"/>
      <p:bldP spid="39" grpId="0" animBg="1"/>
      <p:bldP spid="46" grpId="0"/>
      <p:bldP spid="47" grpId="0"/>
      <p:bldP spid="57" grpId="0"/>
      <p:bldP spid="35" grpId="0" animBg="1"/>
      <p:bldP spid="40" grpId="0" animBg="1"/>
      <p:bldP spid="59" grpId="0"/>
      <p:bldP spid="6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矩形 1">
            <a:extLst>
              <a:ext uri="{FF2B5EF4-FFF2-40B4-BE49-F238E27FC236}">
                <a16:creationId xmlns:a16="http://schemas.microsoft.com/office/drawing/2014/main" id="{0E41D0E1-3AB3-BEA4-E68E-CCDA8E020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720725"/>
            <a:ext cx="86629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現在是                       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3251" name="圖片 1">
            <a:extLst>
              <a:ext uri="{FF2B5EF4-FFF2-40B4-BE49-F238E27FC236}">
                <a16:creationId xmlns:a16="http://schemas.microsoft.com/office/drawing/2014/main" id="{9B52B8B6-E7FA-B8F3-11B0-EB6B84840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98425"/>
            <a:ext cx="1890712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圖片 4">
            <a:extLst>
              <a:ext uri="{FF2B5EF4-FFF2-40B4-BE49-F238E27FC236}">
                <a16:creationId xmlns:a16="http://schemas.microsoft.com/office/drawing/2014/main" id="{83561FE7-0ABC-B4F7-FF87-F73E8C0C9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2349500"/>
            <a:ext cx="3844925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矩形 1">
            <a:extLst>
              <a:ext uri="{FF2B5EF4-FFF2-40B4-BE49-F238E27FC236}">
                <a16:creationId xmlns:a16="http://schemas.microsoft.com/office/drawing/2014/main" id="{04D8508A-0B8A-B4D3-F1DC-5A4BE77BC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1931988"/>
            <a:ext cx="4929187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豆豆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手錶上的時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刻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比正確的時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刻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快還是慢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45" name="矩形 1">
            <a:extLst>
              <a:ext uri="{FF2B5EF4-FFF2-40B4-BE49-F238E27FC236}">
                <a16:creationId xmlns:a16="http://schemas.microsoft.com/office/drawing/2014/main" id="{FC10F806-7A33-F6BD-242E-5E15F8025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4005263"/>
            <a:ext cx="49291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是快了或慢了多久的時間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E7BCDDA-5893-83FA-FBC3-3D685E3B6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794000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慢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9CCB633-406B-F56C-551F-652F6C926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450" y="4568825"/>
            <a:ext cx="18002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慢了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</a:p>
        </p:txBody>
      </p:sp>
      <p:pic>
        <p:nvPicPr>
          <p:cNvPr id="53257" name="圖片 3">
            <a:extLst>
              <a:ext uri="{FF2B5EF4-FFF2-40B4-BE49-F238E27FC236}">
                <a16:creationId xmlns:a16="http://schemas.microsoft.com/office/drawing/2014/main" id="{5D973161-DACE-74DC-94F2-8343E212A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8" y="803275"/>
            <a:ext cx="4381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8" name="圖片 15">
            <a:extLst>
              <a:ext uri="{FF2B5EF4-FFF2-40B4-BE49-F238E27FC236}">
                <a16:creationId xmlns:a16="http://schemas.microsoft.com/office/drawing/2014/main" id="{CFCF1040-FF78-0F35-EDD7-F161EB6CF1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25" y="2076450"/>
            <a:ext cx="357188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圖片 16">
            <a:extLst>
              <a:ext uri="{FF2B5EF4-FFF2-40B4-BE49-F238E27FC236}">
                <a16:creationId xmlns:a16="http://schemas.microsoft.com/office/drawing/2014/main" id="{2B7BAE43-F785-F9CE-AF6E-30C62B279C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213" y="4141788"/>
            <a:ext cx="357187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8" grpId="0"/>
      <p:bldP spid="4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圖片 1">
            <a:extLst>
              <a:ext uri="{FF2B5EF4-FFF2-40B4-BE49-F238E27FC236}">
                <a16:creationId xmlns:a16="http://schemas.microsoft.com/office/drawing/2014/main" id="{49593AF3-9C1A-F7BD-353F-BDB53CD63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矩形 41">
            <a:extLst>
              <a:ext uri="{FF2B5EF4-FFF2-40B4-BE49-F238E27FC236}">
                <a16:creationId xmlns:a16="http://schemas.microsoft.com/office/drawing/2014/main" id="{4535B995-1101-50CF-EC86-F394973AE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841375"/>
            <a:ext cx="8564562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爸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爸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上午參加義賣活動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從上午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分開始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到上午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11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分結束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活動舉辦了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C62BFA-E625-E850-CAC1-A3F1D1092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2249488"/>
            <a:ext cx="3581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分－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E9E58C-0C92-CE96-ED96-3C22F00D1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2260600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07A486-F91E-70F5-E127-D65359460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789363"/>
            <a:ext cx="162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11       30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2913000-7EA9-0EDD-961A-51ED2F569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81388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5AEEC7-E693-7D62-4CDF-06E5D00B9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4208463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4C0B72F5-8DE7-4B32-27E9-DDE1414FEC9F}"/>
              </a:ext>
            </a:extLst>
          </p:cNvPr>
          <p:cNvCxnSpPr/>
          <p:nvPr/>
        </p:nvCxnSpPr>
        <p:spPr>
          <a:xfrm>
            <a:off x="755650" y="4662488"/>
            <a:ext cx="1733550" cy="0"/>
          </a:xfrm>
          <a:prstGeom prst="line">
            <a:avLst/>
          </a:prstGeom>
          <a:ln w="38100">
            <a:solidFill>
              <a:srgbClr val="F71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3F16582-CF8A-2EFE-6A50-31EC248B6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88" y="47132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FF28B1B-3942-6BE1-1285-230E333A0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470217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8F6066-126E-4776-BB19-E0C2DE8DE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2275" y="5472113"/>
            <a:ext cx="26971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  <p:bldP spid="24" grpId="0"/>
      <p:bldP spid="25" grpId="0"/>
      <p:bldP spid="29" grpId="0"/>
      <p:bldP spid="30" grpId="0"/>
      <p:bldP spid="3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矩形 1">
            <a:extLst>
              <a:ext uri="{FF2B5EF4-FFF2-40B4-BE49-F238E27FC236}">
                <a16:creationId xmlns:a16="http://schemas.microsoft.com/office/drawing/2014/main" id="{6AA5613E-3C7B-A660-801F-16C688120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6629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宥廷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去爬山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上山花了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下山花了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D555F2-CA32-96B1-40AD-1527E40C8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813" y="1752600"/>
            <a:ext cx="62626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 ＋ 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 ＝                 時                 分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FDC14DA6-9D79-5E44-C7A3-5DBFF867C851}"/>
              </a:ext>
            </a:extLst>
          </p:cNvPr>
          <p:cNvSpPr/>
          <p:nvPr/>
        </p:nvSpPr>
        <p:spPr>
          <a:xfrm>
            <a:off x="3890963" y="1752600"/>
            <a:ext cx="1138237" cy="50323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EBE46614-797E-2038-B637-2144E35F0FF2}"/>
              </a:ext>
            </a:extLst>
          </p:cNvPr>
          <p:cNvSpPr/>
          <p:nvPr/>
        </p:nvSpPr>
        <p:spPr>
          <a:xfrm>
            <a:off x="5503863" y="1752600"/>
            <a:ext cx="1136650" cy="50323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5302" name="矩形 33">
            <a:extLst>
              <a:ext uri="{FF2B5EF4-FFF2-40B4-BE49-F238E27FC236}">
                <a16:creationId xmlns:a16="http://schemas.microsoft.com/office/drawing/2014/main" id="{D1C21830-29CB-BD51-8D07-8C3AE1F46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5876925"/>
            <a:ext cx="4708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i="1" u="sng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              </a:t>
            </a:r>
            <a:r>
              <a:rPr lang="zh-TW" altLang="en-US" i="1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r>
              <a:rPr lang="zh-TW" altLang="en-US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</a:t>
            </a:r>
            <a:endParaRPr lang="zh-TW" altLang="en-US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34A8594-8FE6-5E44-0355-B96B57840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3" y="1741488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A22B159-2C36-A175-C86A-5DAB222FC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174148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45</a:t>
            </a:r>
            <a:endParaRPr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7766BF2-1178-E98C-7F34-4649375C3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5783263"/>
            <a:ext cx="215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</a:p>
        </p:txBody>
      </p:sp>
      <p:sp>
        <p:nvSpPr>
          <p:cNvPr id="55306" name="矩形 1">
            <a:extLst>
              <a:ext uri="{FF2B5EF4-FFF2-40B4-BE49-F238E27FC236}">
                <a16:creationId xmlns:a16="http://schemas.microsoft.com/office/drawing/2014/main" id="{3C3FE92D-6BBD-D4F8-0DFE-309CB527C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813" y="1031875"/>
            <a:ext cx="8662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上山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下山共花了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4056BA6-063A-07A0-F08F-C02C57206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38" y="3009900"/>
            <a:ext cx="1622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2       40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E26C5FE-A1FE-9129-8CB8-D6551EDFA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0525" y="2701925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AD2598A-1454-D74F-0D72-F01FB2455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429000"/>
            <a:ext cx="1801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CB1B646-D8DA-13A7-4CDD-9B542FD4FF69}"/>
              </a:ext>
            </a:extLst>
          </p:cNvPr>
          <p:cNvCxnSpPr/>
          <p:nvPr/>
        </p:nvCxnSpPr>
        <p:spPr>
          <a:xfrm>
            <a:off x="1155700" y="3883025"/>
            <a:ext cx="1733550" cy="0"/>
          </a:xfrm>
          <a:prstGeom prst="line">
            <a:avLst/>
          </a:prstGeom>
          <a:ln w="38100">
            <a:solidFill>
              <a:srgbClr val="F71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7B6F7B83-A031-7F58-BF90-576338A2F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338" y="393382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A3B41AF-4559-C336-334F-5FE096EE5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3922713"/>
            <a:ext cx="493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5313" name="圖片 15">
            <a:extLst>
              <a:ext uri="{FF2B5EF4-FFF2-40B4-BE49-F238E27FC236}">
                <a16:creationId xmlns:a16="http://schemas.microsoft.com/office/drawing/2014/main" id="{8013564B-0C04-25EF-5AD0-E6170FD17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133475"/>
            <a:ext cx="357188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14" name="圖片 5">
            <a:extLst>
              <a:ext uri="{FF2B5EF4-FFF2-40B4-BE49-F238E27FC236}">
                <a16:creationId xmlns:a16="http://schemas.microsoft.com/office/drawing/2014/main" id="{A51B66D3-EA57-E957-34F8-9FCFAE926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87313"/>
            <a:ext cx="4429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30" grpId="0" animBg="1"/>
      <p:bldP spid="42" grpId="0"/>
      <p:bldP spid="43" grpId="0"/>
      <p:bldP spid="57" grpId="0"/>
      <p:bldP spid="41" grpId="0"/>
      <p:bldP spid="44" grpId="0"/>
      <p:bldP spid="45" grpId="0"/>
      <p:bldP spid="49" grpId="0"/>
      <p:bldP spid="5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1">
            <a:extLst>
              <a:ext uri="{FF2B5EF4-FFF2-40B4-BE49-F238E27FC236}">
                <a16:creationId xmlns:a16="http://schemas.microsoft.com/office/drawing/2014/main" id="{E623CD3B-B081-C7EA-9A58-93078752F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7150"/>
            <a:ext cx="86629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宥廷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去爬山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上山花了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下山花了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6172B55-DEF4-BDC0-0849-43D857D76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225" y="5783263"/>
            <a:ext cx="2876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</a:p>
        </p:txBody>
      </p:sp>
      <p:sp>
        <p:nvSpPr>
          <p:cNvPr id="56324" name="矩形 1">
            <a:extLst>
              <a:ext uri="{FF2B5EF4-FFF2-40B4-BE49-F238E27FC236}">
                <a16:creationId xmlns:a16="http://schemas.microsoft.com/office/drawing/2014/main" id="{B1E4D44E-DBB2-E987-CF38-B656BA1F9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813" y="1031875"/>
            <a:ext cx="8662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上山比下山多花了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32BD70A-BCF7-2E83-BE31-13A1B0841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38" y="3009900"/>
            <a:ext cx="1622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2       40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31A3340-86AD-D374-F5D9-2A89B84A7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0525" y="2701925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19697C3-DA10-9993-02D6-427271207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429000"/>
            <a:ext cx="1801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FF6628CA-4C9A-FCA8-612D-31D58BF074BB}"/>
              </a:ext>
            </a:extLst>
          </p:cNvPr>
          <p:cNvCxnSpPr/>
          <p:nvPr/>
        </p:nvCxnSpPr>
        <p:spPr>
          <a:xfrm>
            <a:off x="1155700" y="3883025"/>
            <a:ext cx="1733550" cy="0"/>
          </a:xfrm>
          <a:prstGeom prst="line">
            <a:avLst/>
          </a:prstGeom>
          <a:ln w="38100">
            <a:solidFill>
              <a:srgbClr val="F71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CF4AE1C1-2949-C81A-A5A4-03473D19C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338" y="393382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69AAF10-8AF9-A260-503E-942552D48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3922713"/>
            <a:ext cx="493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B51D00-8A77-194A-3477-7D5B46BA9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1720850"/>
            <a:ext cx="32369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分－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12A0A6-B5BE-E545-F094-C6F39A78B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413" y="1733550"/>
            <a:ext cx="14414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pic>
        <p:nvPicPr>
          <p:cNvPr id="56333" name="圖片 16">
            <a:extLst>
              <a:ext uri="{FF2B5EF4-FFF2-40B4-BE49-F238E27FC236}">
                <a16:creationId xmlns:a16="http://schemas.microsoft.com/office/drawing/2014/main" id="{CAA30701-9193-9B3A-009A-E0ED851FE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160463"/>
            <a:ext cx="357187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34" name="圖片 5">
            <a:extLst>
              <a:ext uri="{FF2B5EF4-FFF2-40B4-BE49-F238E27FC236}">
                <a16:creationId xmlns:a16="http://schemas.microsoft.com/office/drawing/2014/main" id="{AD00C6A3-5937-E919-FA0C-DCC69AC2B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87313"/>
            <a:ext cx="4429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41" grpId="0"/>
      <p:bldP spid="44" grpId="0"/>
      <p:bldP spid="45" grpId="0"/>
      <p:bldP spid="49" grpId="0"/>
      <p:bldP spid="50" grpId="0"/>
      <p:bldP spid="20" grpId="0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圖片 1">
            <a:extLst>
              <a:ext uri="{FF2B5EF4-FFF2-40B4-BE49-F238E27FC236}">
                <a16:creationId xmlns:a16="http://schemas.microsoft.com/office/drawing/2014/main" id="{0C262E2F-1F8F-D86C-5987-9E3F8E8B8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矩形 41">
            <a:extLst>
              <a:ext uri="{FF2B5EF4-FFF2-40B4-BE49-F238E27FC236}">
                <a16:creationId xmlns:a16="http://schemas.microsoft.com/office/drawing/2014/main" id="{BE9B36A7-0D57-E654-C457-FDD202D3D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766763"/>
            <a:ext cx="85645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姐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姐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整理房間花了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打掃客廳花了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17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76D7CE-3AE6-6225-4ED6-65C16EB71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2792413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分＋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EA4C1BB-6E42-B887-96AB-B058B6F6C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2805113"/>
            <a:ext cx="1441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42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DCC43A-DC86-A1D0-CFFC-694CBCDAD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789363"/>
            <a:ext cx="162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1       25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7DD11B-9B5E-0704-F0E7-79C78EFAC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81388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16F05F-09CB-F99A-C8C7-EB7B66721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4208463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17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DA427DBD-2A52-72C8-27B9-A5779B760880}"/>
              </a:ext>
            </a:extLst>
          </p:cNvPr>
          <p:cNvCxnSpPr/>
          <p:nvPr/>
        </p:nvCxnSpPr>
        <p:spPr>
          <a:xfrm>
            <a:off x="755650" y="4662488"/>
            <a:ext cx="1733550" cy="0"/>
          </a:xfrm>
          <a:prstGeom prst="line">
            <a:avLst/>
          </a:prstGeom>
          <a:ln w="38100">
            <a:solidFill>
              <a:srgbClr val="F71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6C548271-04F3-100F-5AE4-777F3A7AA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88" y="47132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22E89BE-6B4F-8E6E-351F-53FF26314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25" y="47021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42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17DA9F7-931D-BB35-75E5-331BA81FF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5472113"/>
            <a:ext cx="28781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42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</a:p>
        </p:txBody>
      </p:sp>
      <p:pic>
        <p:nvPicPr>
          <p:cNvPr id="57357" name="圖片 2">
            <a:extLst>
              <a:ext uri="{FF2B5EF4-FFF2-40B4-BE49-F238E27FC236}">
                <a16:creationId xmlns:a16="http://schemas.microsoft.com/office/drawing/2014/main" id="{5C386535-DE4B-28DE-5D45-63FC09394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900238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8" name="矩形 41">
            <a:extLst>
              <a:ext uri="{FF2B5EF4-FFF2-40B4-BE49-F238E27FC236}">
                <a16:creationId xmlns:a16="http://schemas.microsoft.com/office/drawing/2014/main" id="{6706DF5E-F2F6-DBF9-D162-81AA72BEB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84350"/>
            <a:ext cx="81375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姐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姐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整理房間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打掃客廳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共花了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  <p:bldP spid="24" grpId="0"/>
      <p:bldP spid="25" grpId="0"/>
      <p:bldP spid="29" grpId="0"/>
      <p:bldP spid="30" grpId="0"/>
      <p:bldP spid="3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圖片 1">
            <a:extLst>
              <a:ext uri="{FF2B5EF4-FFF2-40B4-BE49-F238E27FC236}">
                <a16:creationId xmlns:a16="http://schemas.microsoft.com/office/drawing/2014/main" id="{1A69FE68-1765-2873-A8CD-3CC874E45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D4A2283-A095-25CF-5DC7-CEB267EBC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2792413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分－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BB5D15-2AA3-5951-05F9-3F8E499E9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2792413"/>
            <a:ext cx="723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6A0CEC-F4BE-7018-137A-A481242F3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789363"/>
            <a:ext cx="162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1       25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DC48B44-69A5-0FAB-E190-3FEFB72FA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81388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666D05-BB40-78C6-2D14-336BB2479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4208463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17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0E5CD4F-DF83-F2C5-2FA3-B08C144ED1AF}"/>
              </a:ext>
            </a:extLst>
          </p:cNvPr>
          <p:cNvCxnSpPr/>
          <p:nvPr/>
        </p:nvCxnSpPr>
        <p:spPr>
          <a:xfrm>
            <a:off x="755650" y="4662488"/>
            <a:ext cx="1733550" cy="0"/>
          </a:xfrm>
          <a:prstGeom prst="line">
            <a:avLst/>
          </a:prstGeom>
          <a:ln w="38100">
            <a:solidFill>
              <a:srgbClr val="F71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BC459E05-9808-3236-C76E-66548539B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470217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DCAE308-13DD-4705-2B08-9B28AE632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5472113"/>
            <a:ext cx="1801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</a:p>
        </p:txBody>
      </p:sp>
      <p:sp>
        <p:nvSpPr>
          <p:cNvPr id="58379" name="矩形 41">
            <a:extLst>
              <a:ext uri="{FF2B5EF4-FFF2-40B4-BE49-F238E27FC236}">
                <a16:creationId xmlns:a16="http://schemas.microsoft.com/office/drawing/2014/main" id="{30AD09FE-603E-B637-1C07-B4595C52E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84350"/>
            <a:ext cx="85645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姐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姐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整理房間比打掃客廳多花了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58380" name="圖片 3">
            <a:extLst>
              <a:ext uri="{FF2B5EF4-FFF2-40B4-BE49-F238E27FC236}">
                <a16:creationId xmlns:a16="http://schemas.microsoft.com/office/drawing/2014/main" id="{AA4A3FCE-2EB7-3FFB-D605-50874EC5C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881188"/>
            <a:ext cx="360362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81" name="矩形 41">
            <a:extLst>
              <a:ext uri="{FF2B5EF4-FFF2-40B4-BE49-F238E27FC236}">
                <a16:creationId xmlns:a16="http://schemas.microsoft.com/office/drawing/2014/main" id="{E1A607E5-83DC-07A5-DEB3-A80468F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766763"/>
            <a:ext cx="85645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姐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姐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整理房間花了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25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打掃客廳花了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17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  <p:bldP spid="24" grpId="0"/>
      <p:bldP spid="25" grpId="0"/>
      <p:bldP spid="30" grpId="0"/>
      <p:bldP spid="3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193221B8-C2BA-2331-7806-C932B8FE8196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練習百分百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5">
            <a:extLst>
              <a:ext uri="{FF2B5EF4-FFF2-40B4-BE49-F238E27FC236}">
                <a16:creationId xmlns:a16="http://schemas.microsoft.com/office/drawing/2014/main" id="{E2C7EAC1-FA0E-EBE9-EF0B-45AAFE6E4DDD}"/>
              </a:ext>
            </a:extLst>
          </p:cNvPr>
          <p:cNvSpPr txBox="1">
            <a:spLocks/>
          </p:cNvSpPr>
          <p:nvPr/>
        </p:nvSpPr>
        <p:spPr bwMode="auto">
          <a:xfrm>
            <a:off x="628650" y="0"/>
            <a:ext cx="851535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kumimoji="0" lang="zh-TW" altLang="en-US" sz="5500" b="1" i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練習百分百</a:t>
            </a:r>
          </a:p>
        </p:txBody>
      </p:sp>
      <p:pic>
        <p:nvPicPr>
          <p:cNvPr id="60419" name="圖片 2">
            <a:extLst>
              <a:ext uri="{FF2B5EF4-FFF2-40B4-BE49-F238E27FC236}">
                <a16:creationId xmlns:a16="http://schemas.microsoft.com/office/drawing/2014/main" id="{A4094C59-EE9F-C657-A0CB-C75386BD6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5763"/>
            <a:ext cx="481013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矩形 41">
            <a:extLst>
              <a:ext uri="{FF2B5EF4-FFF2-40B4-BE49-F238E27FC236}">
                <a16:creationId xmlns:a16="http://schemas.microsoft.com/office/drawing/2014/main" id="{E40D70C4-C8EE-5AA4-C336-95A68EF10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635125"/>
            <a:ext cx="8532813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下面是</a:t>
            </a:r>
            <a:r>
              <a:rPr lang="zh-TW" altLang="en-US" sz="26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品妍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的日記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日記中的          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是指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刻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圈起來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是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時間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的畫底線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TW" altLang="en-US" sz="260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5F8D7A-B111-2E14-27DF-2BB3E12B19DD}"/>
              </a:ext>
            </a:extLst>
          </p:cNvPr>
          <p:cNvSpPr/>
          <p:nvPr/>
        </p:nvSpPr>
        <p:spPr>
          <a:xfrm>
            <a:off x="7042150" y="1700213"/>
            <a:ext cx="792163" cy="40798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7">
            <a:extLst>
              <a:ext uri="{FF2B5EF4-FFF2-40B4-BE49-F238E27FC236}">
                <a16:creationId xmlns:a16="http://schemas.microsoft.com/office/drawing/2014/main" id="{AC226618-67D3-031B-43F1-B1D715D77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784225"/>
            <a:ext cx="8928100" cy="609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A4C7000F-0FD6-9A37-5FD4-F8820CA0084A}"/>
              </a:ext>
            </a:extLst>
          </p:cNvPr>
          <p:cNvCxnSpPr/>
          <p:nvPr/>
        </p:nvCxnSpPr>
        <p:spPr>
          <a:xfrm>
            <a:off x="684213" y="2149475"/>
            <a:ext cx="1890712" cy="206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86B4334-7449-3684-99A5-3BE9C0ADCE40}"/>
              </a:ext>
            </a:extLst>
          </p:cNvPr>
          <p:cNvCxnSpPr/>
          <p:nvPr/>
        </p:nvCxnSpPr>
        <p:spPr>
          <a:xfrm>
            <a:off x="7812088" y="3522663"/>
            <a:ext cx="847725" cy="238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A4AE8C31-EDC4-731C-692C-9F644F3078F5}"/>
              </a:ext>
            </a:extLst>
          </p:cNvPr>
          <p:cNvSpPr/>
          <p:nvPr/>
        </p:nvSpPr>
        <p:spPr>
          <a:xfrm>
            <a:off x="3122613" y="1262063"/>
            <a:ext cx="1843087" cy="5175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CE81C25E-67D1-5598-7F1E-20C917779F8F}"/>
              </a:ext>
            </a:extLst>
          </p:cNvPr>
          <p:cNvSpPr/>
          <p:nvPr/>
        </p:nvSpPr>
        <p:spPr>
          <a:xfrm>
            <a:off x="6513513" y="2689225"/>
            <a:ext cx="1947862" cy="4524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1447" name="矩形 41">
            <a:extLst>
              <a:ext uri="{FF2B5EF4-FFF2-40B4-BE49-F238E27FC236}">
                <a16:creationId xmlns:a16="http://schemas.microsoft.com/office/drawing/2014/main" id="{F5CC0B60-6472-7A52-8D88-F317D894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77788"/>
            <a:ext cx="43211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指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刻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圈起來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是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時間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的畫底線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5">
            <a:extLst>
              <a:ext uri="{FF2B5EF4-FFF2-40B4-BE49-F238E27FC236}">
                <a16:creationId xmlns:a16="http://schemas.microsoft.com/office/drawing/2014/main" id="{D08B10D3-F8B2-84FB-9DE2-5AB3E4DA3B78}"/>
              </a:ext>
            </a:extLst>
          </p:cNvPr>
          <p:cNvSpPr txBox="1">
            <a:spLocks/>
          </p:cNvSpPr>
          <p:nvPr/>
        </p:nvSpPr>
        <p:spPr bwMode="auto">
          <a:xfrm>
            <a:off x="628650" y="0"/>
            <a:ext cx="851535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kumimoji="0" lang="zh-TW" altLang="en-US" sz="5500" b="1" i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練習百分百</a:t>
            </a:r>
          </a:p>
        </p:txBody>
      </p:sp>
      <p:sp>
        <p:nvSpPr>
          <p:cNvPr id="62467" name="矩形 41">
            <a:extLst>
              <a:ext uri="{FF2B5EF4-FFF2-40B4-BE49-F238E27FC236}">
                <a16:creationId xmlns:a16="http://schemas.microsoft.com/office/drawing/2014/main" id="{374CCA39-5ED9-8323-0A89-28D4DC80C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12913"/>
            <a:ext cx="86042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填填看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2468" name="圖片 3">
            <a:extLst>
              <a:ext uri="{FF2B5EF4-FFF2-40B4-BE49-F238E27FC236}">
                <a16:creationId xmlns:a16="http://schemas.microsoft.com/office/drawing/2014/main" id="{49EACC0D-9310-2580-7C30-C20137B56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3429000"/>
            <a:ext cx="409575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矩形 33">
            <a:extLst>
              <a:ext uri="{FF2B5EF4-FFF2-40B4-BE49-F238E27FC236}">
                <a16:creationId xmlns:a16="http://schemas.microsoft.com/office/drawing/2014/main" id="{C2A990D8-B28C-ED97-30D5-9970C84BF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88" y="2216150"/>
            <a:ext cx="78422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日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；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秒鐘</a:t>
            </a:r>
            <a:r>
              <a:rPr lang="zh-TW" altLang="en-US" sz="2400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。</a:t>
            </a:r>
            <a:endParaRPr lang="zh-TW" altLang="en-US" sz="2400">
              <a:latin typeface="Arial" panose="020B0604020202020204" pitchFamily="34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pic>
        <p:nvPicPr>
          <p:cNvPr id="62470" name="圖片 1">
            <a:extLst>
              <a:ext uri="{FF2B5EF4-FFF2-40B4-BE49-F238E27FC236}">
                <a16:creationId xmlns:a16="http://schemas.microsoft.com/office/drawing/2014/main" id="{58B1A6A4-A43B-065B-26D2-A2DA02436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4635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1" name="圖片 2">
            <a:extLst>
              <a:ext uri="{FF2B5EF4-FFF2-40B4-BE49-F238E27FC236}">
                <a16:creationId xmlns:a16="http://schemas.microsoft.com/office/drawing/2014/main" id="{CBA2CC8A-A288-4517-DDCE-54A0D3F16B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370138"/>
            <a:ext cx="4000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2" name="矩形 23">
            <a:extLst>
              <a:ext uri="{FF2B5EF4-FFF2-40B4-BE49-F238E27FC236}">
                <a16:creationId xmlns:a16="http://schemas.microsoft.com/office/drawing/2014/main" id="{E24C6B35-2863-A93B-1AC0-F91079023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88" y="3313113"/>
            <a:ext cx="7842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午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2473" name="矩形 26">
            <a:extLst>
              <a:ext uri="{FF2B5EF4-FFF2-40B4-BE49-F238E27FC236}">
                <a16:creationId xmlns:a16="http://schemas.microsoft.com/office/drawing/2014/main" id="{E1508FC2-F14A-0A92-8DB3-25C5AE171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88" y="3892550"/>
            <a:ext cx="784225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下午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27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分用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時制表示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為</a:t>
            </a:r>
            <a:endParaRPr lang="en-US" altLang="zh-TW" sz="2400">
              <a:latin typeface="書法中楷（破音二）" panose="02010609010101010101" pitchFamily="49" charset="-120"/>
              <a:ea typeface="書法中楷（破音二）" panose="02010609010101010101" pitchFamily="49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2474" name="圖片 2">
            <a:extLst>
              <a:ext uri="{FF2B5EF4-FFF2-40B4-BE49-F238E27FC236}">
                <a16:creationId xmlns:a16="http://schemas.microsoft.com/office/drawing/2014/main" id="{5FA9757A-F457-BE2E-C03D-9C09B67A3B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4079875"/>
            <a:ext cx="357188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BBC9FF3-A0BF-E751-16BD-11D4D3513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638" y="2336800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199654-66E0-89C8-07E0-057AB7E1A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525" y="23415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9FB6FB-3B4F-C36E-85F8-C35AC1E28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8987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BFC8351-7041-01E4-1ABF-BBE8EB3B7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0650" y="346392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49FEEC1-B1FA-3B34-2B15-424AF4087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346233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E898487-EE91-830B-C549-5D564671C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13" y="34702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30981CC-6C73-76C9-CFB8-57F9E2DBF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3338" y="45894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2CEFA84-E954-99DA-4906-FFE22D74B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338" y="45974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27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  <p:bldP spid="30" grpId="0"/>
      <p:bldP spid="31" grpId="0"/>
      <p:bldP spid="35" grpId="0"/>
      <p:bldP spid="37" grpId="0"/>
      <p:bldP spid="3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EBFF5FDD-DC53-42D7-C8CE-52B0AA7707EF}"/>
              </a:ext>
            </a:extLst>
          </p:cNvPr>
          <p:cNvSpPr/>
          <p:nvPr/>
        </p:nvSpPr>
        <p:spPr>
          <a:xfrm>
            <a:off x="2406650" y="2470150"/>
            <a:ext cx="1022350" cy="40798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" name="標題 5">
            <a:extLst>
              <a:ext uri="{FF2B5EF4-FFF2-40B4-BE49-F238E27FC236}">
                <a16:creationId xmlns:a16="http://schemas.microsoft.com/office/drawing/2014/main" id="{9F657DC3-F37A-1DE0-23DF-84F4BC1DC316}"/>
              </a:ext>
            </a:extLst>
          </p:cNvPr>
          <p:cNvSpPr txBox="1">
            <a:spLocks/>
          </p:cNvSpPr>
          <p:nvPr/>
        </p:nvSpPr>
        <p:spPr bwMode="auto">
          <a:xfrm>
            <a:off x="628650" y="0"/>
            <a:ext cx="851535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kumimoji="0" lang="zh-TW" altLang="en-US" sz="5500" b="1" i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練習百分百</a:t>
            </a:r>
          </a:p>
        </p:txBody>
      </p:sp>
      <p:sp>
        <p:nvSpPr>
          <p:cNvPr id="63492" name="矩形 41">
            <a:extLst>
              <a:ext uri="{FF2B5EF4-FFF2-40B4-BE49-F238E27FC236}">
                <a16:creationId xmlns:a16="http://schemas.microsoft.com/office/drawing/2014/main" id="{7300D663-A31C-584F-321F-94EFF5BC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635125"/>
            <a:ext cx="86042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填填看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3493" name="圖片 1">
            <a:extLst>
              <a:ext uri="{FF2B5EF4-FFF2-40B4-BE49-F238E27FC236}">
                <a16:creationId xmlns:a16="http://schemas.microsoft.com/office/drawing/2014/main" id="{7B747A41-5E21-2339-DE8E-2200AA890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4635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矩形 23">
            <a:extLst>
              <a:ext uri="{FF2B5EF4-FFF2-40B4-BE49-F238E27FC236}">
                <a16:creationId xmlns:a16="http://schemas.microsoft.com/office/drawing/2014/main" id="{C08E3BF9-4AE6-FF6A-16A0-622B20667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88" y="2300288"/>
            <a:ext cx="784225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現在是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13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56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再過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分鐘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是下午</a:t>
            </a:r>
            <a:endParaRPr lang="en-US" altLang="zh-TW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3495" name="圖片 3">
            <a:extLst>
              <a:ext uri="{FF2B5EF4-FFF2-40B4-BE49-F238E27FC236}">
                <a16:creationId xmlns:a16="http://schemas.microsoft.com/office/drawing/2014/main" id="{91B744AF-B7CE-6E54-CA9F-6CFC27D10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2463800"/>
            <a:ext cx="3603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6" name="圖片 4">
            <a:extLst>
              <a:ext uri="{FF2B5EF4-FFF2-40B4-BE49-F238E27FC236}">
                <a16:creationId xmlns:a16="http://schemas.microsoft.com/office/drawing/2014/main" id="{CAC4041D-E680-D8F8-1DE0-3DC1CE0AF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3716338"/>
            <a:ext cx="3492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FE0FD46E-675C-60CD-F400-DB7375E41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29829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D42368C-6CB1-016B-215D-0CF14C5AE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100" y="2992438"/>
            <a:ext cx="338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3499" name="矩形 23">
            <a:extLst>
              <a:ext uri="{FF2B5EF4-FFF2-40B4-BE49-F238E27FC236}">
                <a16:creationId xmlns:a16="http://schemas.microsoft.com/office/drawing/2014/main" id="{46ECD75A-2894-1BFD-3004-D57A76FD5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88" y="3509963"/>
            <a:ext cx="784225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分鐘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秒鐘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 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秒鐘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25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分鐘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 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3500" name="圖片 7">
            <a:extLst>
              <a:ext uri="{FF2B5EF4-FFF2-40B4-BE49-F238E27FC236}">
                <a16:creationId xmlns:a16="http://schemas.microsoft.com/office/drawing/2014/main" id="{BD540D34-7CD2-9630-5AC2-AE869E8D7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4251325"/>
            <a:ext cx="365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60661F7F-6713-F5AA-B80F-3D94F9F2D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3636963"/>
            <a:ext cx="6461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370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2E1C65-3BBB-A4DC-5E78-822A68E35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538" y="4178300"/>
            <a:ext cx="6461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265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17" grpId="0"/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5">
            <a:extLst>
              <a:ext uri="{FF2B5EF4-FFF2-40B4-BE49-F238E27FC236}">
                <a16:creationId xmlns:a16="http://schemas.microsoft.com/office/drawing/2014/main" id="{FE69C56C-C8CF-2210-1E61-819AD9252E2F}"/>
              </a:ext>
            </a:extLst>
          </p:cNvPr>
          <p:cNvSpPr txBox="1">
            <a:spLocks/>
          </p:cNvSpPr>
          <p:nvPr/>
        </p:nvSpPr>
        <p:spPr bwMode="auto">
          <a:xfrm>
            <a:off x="628650" y="0"/>
            <a:ext cx="851535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kumimoji="0" lang="zh-TW" altLang="en-US" sz="5500" b="1" i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練習百分百</a:t>
            </a:r>
          </a:p>
        </p:txBody>
      </p:sp>
      <p:sp>
        <p:nvSpPr>
          <p:cNvPr id="64515" name="矩形 41">
            <a:extLst>
              <a:ext uri="{FF2B5EF4-FFF2-40B4-BE49-F238E27FC236}">
                <a16:creationId xmlns:a16="http://schemas.microsoft.com/office/drawing/2014/main" id="{79A1A654-A6A9-6C3A-F7F9-25A99D2F4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1525588"/>
            <a:ext cx="8605838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下面是到</a:t>
            </a:r>
            <a:r>
              <a:rPr lang="zh-TW" altLang="en-US" sz="26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水樂園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的簡易交通地圖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看圖回答問題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4516" name="圖片 4">
            <a:extLst>
              <a:ext uri="{FF2B5EF4-FFF2-40B4-BE49-F238E27FC236}">
                <a16:creationId xmlns:a16="http://schemas.microsoft.com/office/drawing/2014/main" id="{E5295831-5779-6889-14BF-DFB730DAF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490788"/>
            <a:ext cx="7916863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圖片 1">
            <a:extLst>
              <a:ext uri="{FF2B5EF4-FFF2-40B4-BE49-F238E27FC236}">
                <a16:creationId xmlns:a16="http://schemas.microsoft.com/office/drawing/2014/main" id="{0FBF12F9-79E2-458E-24D0-6B60BC58F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1566863"/>
            <a:ext cx="4683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5">
            <a:extLst>
              <a:ext uri="{FF2B5EF4-FFF2-40B4-BE49-F238E27FC236}">
                <a16:creationId xmlns:a16="http://schemas.microsoft.com/office/drawing/2014/main" id="{3A4FA801-466F-9BFC-E66C-CF4FE5F7103A}"/>
              </a:ext>
            </a:extLst>
          </p:cNvPr>
          <p:cNvSpPr txBox="1">
            <a:spLocks/>
          </p:cNvSpPr>
          <p:nvPr/>
        </p:nvSpPr>
        <p:spPr bwMode="auto">
          <a:xfrm>
            <a:off x="628650" y="0"/>
            <a:ext cx="851535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kumimoji="0" lang="zh-TW" altLang="en-US" sz="5500" b="1" i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練習百分百</a:t>
            </a:r>
          </a:p>
        </p:txBody>
      </p:sp>
      <p:pic>
        <p:nvPicPr>
          <p:cNvPr id="65539" name="圖片 2">
            <a:extLst>
              <a:ext uri="{FF2B5EF4-FFF2-40B4-BE49-F238E27FC236}">
                <a16:creationId xmlns:a16="http://schemas.microsoft.com/office/drawing/2014/main" id="{3EB88AB6-4415-1942-E25F-134151D5F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2349500"/>
            <a:ext cx="40005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0" name="矩形 41">
            <a:extLst>
              <a:ext uri="{FF2B5EF4-FFF2-40B4-BE49-F238E27FC236}">
                <a16:creationId xmlns:a16="http://schemas.microsoft.com/office/drawing/2014/main" id="{D6F367FC-0361-DC8F-95AB-D8957B1B1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2311400"/>
            <a:ext cx="860425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甲車在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15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出發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甲車在上午</a:t>
            </a:r>
            <a:r>
              <a:rPr lang="zh-TW" altLang="en-US" sz="26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6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分抵達</a:t>
            </a:r>
            <a:r>
              <a:rPr lang="zh-TW" altLang="en-US" sz="26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水樂園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F5561C-D9CB-E86A-1BB2-BF15ED3D7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463" y="3157538"/>
            <a:ext cx="28781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分＋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EB7B94-57A2-86CD-1A9B-17B7F1193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00" y="3157538"/>
            <a:ext cx="14414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3215F7-559D-8568-5CF6-66656382D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4237038"/>
            <a:ext cx="162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8       15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97CAEB-167A-4299-55BE-BD2AA3CBD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1288" y="3929063"/>
            <a:ext cx="1628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FF2509-F621-0590-6440-CC6C1C175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4656138"/>
            <a:ext cx="172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     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7418565-F5C5-0AC3-223C-DC89EF4036C8}"/>
              </a:ext>
            </a:extLst>
          </p:cNvPr>
          <p:cNvCxnSpPr/>
          <p:nvPr/>
        </p:nvCxnSpPr>
        <p:spPr>
          <a:xfrm>
            <a:off x="906463" y="5110163"/>
            <a:ext cx="1733550" cy="0"/>
          </a:xfrm>
          <a:prstGeom prst="line">
            <a:avLst/>
          </a:prstGeom>
          <a:ln w="38100">
            <a:solidFill>
              <a:srgbClr val="F71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48157ADD-B150-DAE5-0216-F5417415C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516255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4A5A40-9079-C805-E696-3A8BF2D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5149850"/>
            <a:ext cx="49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99CF11-1EBC-0048-1188-27110D5A2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5805488"/>
            <a:ext cx="28781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答：上午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65550" name="矩形 41">
            <a:extLst>
              <a:ext uri="{FF2B5EF4-FFF2-40B4-BE49-F238E27FC236}">
                <a16:creationId xmlns:a16="http://schemas.microsoft.com/office/drawing/2014/main" id="{3ABAC010-06B4-5202-70D7-AD6AA6793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1525588"/>
            <a:ext cx="8605838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下面是到</a:t>
            </a:r>
            <a:r>
              <a:rPr lang="zh-TW" altLang="en-US" sz="26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水樂園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的簡易交通地圖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看圖回答問題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5551" name="圖片 1">
            <a:extLst>
              <a:ext uri="{FF2B5EF4-FFF2-40B4-BE49-F238E27FC236}">
                <a16:creationId xmlns:a16="http://schemas.microsoft.com/office/drawing/2014/main" id="{20C7A3CC-A0BE-1FFF-A28C-57AFFB44F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1566863"/>
            <a:ext cx="4683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5">
            <a:extLst>
              <a:ext uri="{FF2B5EF4-FFF2-40B4-BE49-F238E27FC236}">
                <a16:creationId xmlns:a16="http://schemas.microsoft.com/office/drawing/2014/main" id="{978FADAF-4855-1C55-B474-87140C2730FA}"/>
              </a:ext>
            </a:extLst>
          </p:cNvPr>
          <p:cNvSpPr txBox="1">
            <a:spLocks/>
          </p:cNvSpPr>
          <p:nvPr/>
        </p:nvSpPr>
        <p:spPr bwMode="auto">
          <a:xfrm>
            <a:off x="628650" y="0"/>
            <a:ext cx="851535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kumimoji="0" lang="zh-TW" altLang="en-US" sz="5500" b="1" i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練習百分百</a:t>
            </a:r>
          </a:p>
        </p:txBody>
      </p:sp>
      <p:sp>
        <p:nvSpPr>
          <p:cNvPr id="66563" name="矩形 41">
            <a:extLst>
              <a:ext uri="{FF2B5EF4-FFF2-40B4-BE49-F238E27FC236}">
                <a16:creationId xmlns:a16="http://schemas.microsoft.com/office/drawing/2014/main" id="{5EA669D3-FCAB-84CC-1E7E-97E592106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2311400"/>
            <a:ext cx="82962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乙車在上午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29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分抵達</a:t>
            </a:r>
            <a:r>
              <a:rPr lang="zh-TW" altLang="en-US" sz="26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水樂園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乙車是在上午</a:t>
            </a:r>
            <a:r>
              <a:rPr lang="zh-TW" altLang="en-US" sz="26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zh-TW" altLang="en-US" sz="26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分出發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1D23C0-4A13-2B7E-626F-D55BE6E53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3222625"/>
            <a:ext cx="35956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分－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B3BE1B-6D11-0727-EFDC-70567BB3D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150" y="3222625"/>
            <a:ext cx="1441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283C91-D101-684F-D56E-22014947B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4237038"/>
            <a:ext cx="162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10       29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C8EFA9-B4C7-A0C2-CC5B-ABC0BB155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1288" y="3929063"/>
            <a:ext cx="1628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304585-9445-3137-5AD3-9F9F1B6F5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8" y="46561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E037EE2-4B82-313B-5CC4-EF5B8C251C41}"/>
              </a:ext>
            </a:extLst>
          </p:cNvPr>
          <p:cNvCxnSpPr/>
          <p:nvPr/>
        </p:nvCxnSpPr>
        <p:spPr>
          <a:xfrm>
            <a:off x="906463" y="5110163"/>
            <a:ext cx="1733550" cy="0"/>
          </a:xfrm>
          <a:prstGeom prst="line">
            <a:avLst/>
          </a:prstGeom>
          <a:ln w="38100">
            <a:solidFill>
              <a:srgbClr val="F71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1DDAE29-9BE9-A60B-94C5-0A8A31663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516255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288C18-790E-D107-0116-571763D11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5149850"/>
            <a:ext cx="49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B88F56-7B0D-6951-9F89-5C6A03C53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5805488"/>
            <a:ext cx="28781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答：上午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pic>
        <p:nvPicPr>
          <p:cNvPr id="66573" name="圖片 3">
            <a:extLst>
              <a:ext uri="{FF2B5EF4-FFF2-40B4-BE49-F238E27FC236}">
                <a16:creationId xmlns:a16="http://schemas.microsoft.com/office/drawing/2014/main" id="{F160652A-9EED-CDF3-9853-EF45EA141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2366963"/>
            <a:ext cx="409575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74" name="矩形 41">
            <a:extLst>
              <a:ext uri="{FF2B5EF4-FFF2-40B4-BE49-F238E27FC236}">
                <a16:creationId xmlns:a16="http://schemas.microsoft.com/office/drawing/2014/main" id="{43D78059-220E-C54F-8156-D2DDFD7A0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1525588"/>
            <a:ext cx="8605838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下面是到</a:t>
            </a:r>
            <a:r>
              <a:rPr lang="zh-TW" altLang="en-US" sz="26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水樂園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的簡易交通地圖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看圖回答問題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6575" name="圖片 1">
            <a:extLst>
              <a:ext uri="{FF2B5EF4-FFF2-40B4-BE49-F238E27FC236}">
                <a16:creationId xmlns:a16="http://schemas.microsoft.com/office/drawing/2014/main" id="{08533A95-448D-DAA6-D250-C7D040D76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1566863"/>
            <a:ext cx="4683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5">
            <a:extLst>
              <a:ext uri="{FF2B5EF4-FFF2-40B4-BE49-F238E27FC236}">
                <a16:creationId xmlns:a16="http://schemas.microsoft.com/office/drawing/2014/main" id="{549FF304-7B33-D8D1-4119-E2AF9C32E07C}"/>
              </a:ext>
            </a:extLst>
          </p:cNvPr>
          <p:cNvSpPr txBox="1">
            <a:spLocks/>
          </p:cNvSpPr>
          <p:nvPr/>
        </p:nvSpPr>
        <p:spPr bwMode="auto">
          <a:xfrm>
            <a:off x="628650" y="0"/>
            <a:ext cx="851535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kumimoji="0" lang="zh-TW" altLang="en-US" sz="5500" b="1" i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練習百分百</a:t>
            </a:r>
          </a:p>
        </p:txBody>
      </p:sp>
      <p:sp>
        <p:nvSpPr>
          <p:cNvPr id="67587" name="矩形 41">
            <a:extLst>
              <a:ext uri="{FF2B5EF4-FFF2-40B4-BE49-F238E27FC236}">
                <a16:creationId xmlns:a16="http://schemas.microsoft.com/office/drawing/2014/main" id="{D8CF7750-113A-5219-47FB-44316811D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2311400"/>
            <a:ext cx="82962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丙車從下午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分出發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在下午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</a:t>
            </a:r>
            <a:r>
              <a:rPr lang="en-US" altLang="zh-TW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15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分抵達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丙車的車程是</a:t>
            </a:r>
            <a:r>
              <a:rPr lang="zh-TW" altLang="en-US" sz="26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小時</a:t>
            </a:r>
            <a:r>
              <a:rPr lang="zh-TW" altLang="en-US" sz="26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分鐘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629597-EAC6-E561-B3F6-16C17640C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3" y="3332163"/>
            <a:ext cx="32369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分－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分＝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106A8D-505F-C650-AD9C-ACE76625D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025" y="3332163"/>
            <a:ext cx="1441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9702DC-213A-6475-4835-A12200969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50" y="4348163"/>
            <a:ext cx="1622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2       15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2196E2-01DB-AA44-17D6-2B0C4E998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238" y="4040188"/>
            <a:ext cx="1628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        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ED25FE-6132-A45E-61E0-AF02E4B2D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4767263"/>
            <a:ext cx="18018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</a:t>
            </a: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D8823FD-2ADC-7406-ACA3-67E4DC188127}"/>
              </a:ext>
            </a:extLst>
          </p:cNvPr>
          <p:cNvCxnSpPr/>
          <p:nvPr/>
        </p:nvCxnSpPr>
        <p:spPr>
          <a:xfrm>
            <a:off x="887413" y="5221288"/>
            <a:ext cx="1733550" cy="0"/>
          </a:xfrm>
          <a:prstGeom prst="line">
            <a:avLst/>
          </a:prstGeom>
          <a:ln w="38100">
            <a:solidFill>
              <a:srgbClr val="F71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BE79DCC-8C6C-B7DB-C508-16917FD9C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5272088"/>
            <a:ext cx="338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B20424-92AC-5D25-9EAC-CA51E1419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5259388"/>
            <a:ext cx="4937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71BE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lang="zh-TW" altLang="en-US" sz="2400">
              <a:solidFill>
                <a:srgbClr val="F71BE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2DA692-8A82-3628-C696-DDF17EFCA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5805488"/>
            <a:ext cx="28781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  <a:r>
              <a:rPr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</a:p>
        </p:txBody>
      </p:sp>
      <p:pic>
        <p:nvPicPr>
          <p:cNvPr id="67597" name="圖片 2">
            <a:extLst>
              <a:ext uri="{FF2B5EF4-FFF2-40B4-BE49-F238E27FC236}">
                <a16:creationId xmlns:a16="http://schemas.microsoft.com/office/drawing/2014/main" id="{6593172D-6223-4F5D-D64A-86A804355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2397125"/>
            <a:ext cx="357188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8" name="矩形 41">
            <a:extLst>
              <a:ext uri="{FF2B5EF4-FFF2-40B4-BE49-F238E27FC236}">
                <a16:creationId xmlns:a16="http://schemas.microsoft.com/office/drawing/2014/main" id="{F05729F4-FE13-4463-40F1-80B1431EA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1525588"/>
            <a:ext cx="8605838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下面是到</a:t>
            </a:r>
            <a:r>
              <a:rPr lang="zh-TW" altLang="en-US" sz="26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水樂園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的簡易交通地圖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看圖回答問題</a:t>
            </a:r>
            <a:r>
              <a:rPr lang="zh-TW" altLang="en-US" sz="2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7599" name="圖片 1">
            <a:extLst>
              <a:ext uri="{FF2B5EF4-FFF2-40B4-BE49-F238E27FC236}">
                <a16:creationId xmlns:a16="http://schemas.microsoft.com/office/drawing/2014/main" id="{1337F44C-09D4-9C5F-578E-34FB77766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1566863"/>
            <a:ext cx="4683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數學教學PPT共同頁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3047</TotalTime>
  <Words>2788</Words>
  <Application>Microsoft Office PowerPoint</Application>
  <PresentationFormat>如螢幕大小 (4:3)</PresentationFormat>
  <Paragraphs>522</Paragraphs>
  <Slides>59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59</vt:i4>
      </vt:variant>
    </vt:vector>
  </HeadingPairs>
  <TitlesOfParts>
    <vt:vector size="72" baseType="lpstr">
      <vt:lpstr>Arial</vt:lpstr>
      <vt:lpstr>新細明體</vt:lpstr>
      <vt:lpstr>Calibri Light</vt:lpstr>
      <vt:lpstr>Calibri</vt:lpstr>
      <vt:lpstr>Aptos</vt:lpstr>
      <vt:lpstr>微軟正黑體</vt:lpstr>
      <vt:lpstr>Times New Roman</vt:lpstr>
      <vt:lpstr>書法中楷（注音一）</vt:lpstr>
      <vt:lpstr>標楷體</vt:lpstr>
      <vt:lpstr>書法中楷（破音二）</vt:lpstr>
      <vt:lpstr>書法中楷（破音三）</vt:lpstr>
      <vt:lpstr>DFBiaoKaiShuStd-W5</vt:lpstr>
      <vt:lpstr>數學教學PPT共同頁</vt:lpstr>
      <vt:lpstr>PowerPoint 簡報</vt:lpstr>
      <vt:lpstr>PowerPoint 簡報</vt:lpstr>
      <vt:lpstr>重點回顧內容</vt:lpstr>
      <vt:lpstr>重點回顧內容</vt:lpstr>
      <vt:lpstr>重點回顧內容</vt:lpstr>
      <vt:lpstr>PowerPoint 簡報</vt:lpstr>
      <vt:lpstr>練一練</vt:lpstr>
      <vt:lpstr>練一練</vt:lpstr>
      <vt:lpstr>練一練</vt:lpstr>
      <vt:lpstr>練一練</vt:lpstr>
      <vt:lpstr>練一練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Lilian</dc:creator>
  <cp:lastModifiedBy>USER</cp:lastModifiedBy>
  <cp:revision>368</cp:revision>
  <dcterms:created xsi:type="dcterms:W3CDTF">2016-08-14T13:47:28Z</dcterms:created>
  <dcterms:modified xsi:type="dcterms:W3CDTF">2026-06-08T08:30:43Z</dcterms:modified>
</cp:coreProperties>
</file>